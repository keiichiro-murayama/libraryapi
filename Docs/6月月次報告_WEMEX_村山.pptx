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
  </p:notesMasterIdLst>
  <p:sldIdLst>
    <p:sldId id="263" r:id="rId2"/>
    <p:sldId id="257" r:id="rId3"/>
    <p:sldId id="264" r:id="rId4"/>
    <p:sldId id="258" r:id="rId5"/>
    <p:sldId id="259" r:id="rId6"/>
    <p:sldId id="260" r:id="rId7"/>
    <p:sldId id="261" r:id="rId8"/>
    <p:sldId id="262"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628" autoAdjust="0"/>
    <p:restoredTop sz="94601" autoAdjust="0"/>
  </p:normalViewPr>
  <p:slideViewPr>
    <p:cSldViewPr snapToGrid="0">
      <p:cViewPr varScale="1">
        <p:scale>
          <a:sx n="60" d="100"/>
          <a:sy n="60" d="100"/>
        </p:scale>
        <p:origin x="1120" y="4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5DFB48-BF8E-4DAE-9245-C7BDFBBD32B5}" type="datetimeFigureOut">
              <a:rPr kumimoji="1" lang="ja-JP" altLang="en-US" smtClean="0"/>
              <a:t>2026/6/29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524C29-D08E-4ED8-BCF4-38B75C40CB7A}" type="slidenum">
              <a:rPr kumimoji="1" lang="ja-JP" altLang="en-US" smtClean="0"/>
              <a:t>‹#›</a:t>
            </a:fld>
            <a:endParaRPr kumimoji="1" lang="ja-JP" altLang="en-US"/>
          </a:p>
        </p:txBody>
      </p:sp>
    </p:spTree>
    <p:extLst>
      <p:ext uri="{BB962C8B-B14F-4D97-AF65-F5344CB8AC3E}">
        <p14:creationId xmlns:p14="http://schemas.microsoft.com/office/powerpoint/2010/main" val="286169648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BCC208-9B79-FF56-B154-C54EB3049B8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0A63F0E-817A-C640-FBAD-35AAE490FE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60C8096-0AA2-E629-BECB-5EAE2084BDEB}"/>
              </a:ext>
            </a:extLst>
          </p:cNvPr>
          <p:cNvSpPr>
            <a:spLocks noGrp="1"/>
          </p:cNvSpPr>
          <p:nvPr>
            <p:ph type="dt" sz="half" idx="10"/>
          </p:nvPr>
        </p:nvSpPr>
        <p:spPr/>
        <p:txBody>
          <a:bodyPr/>
          <a:lstStyle/>
          <a:p>
            <a:fld id="{40674B26-A1C0-44AD-8EC1-46B0E6C6CFD9}" type="datetime1">
              <a:rPr kumimoji="1" lang="ja-JP" altLang="en-US" smtClean="0"/>
              <a:t>2026/6/29</a:t>
            </a:fld>
            <a:endParaRPr kumimoji="1" lang="ja-JP" altLang="en-US"/>
          </a:p>
        </p:txBody>
      </p:sp>
      <p:sp>
        <p:nvSpPr>
          <p:cNvPr id="5" name="フッター プレースホルダー 4">
            <a:extLst>
              <a:ext uri="{FF2B5EF4-FFF2-40B4-BE49-F238E27FC236}">
                <a16:creationId xmlns:a16="http://schemas.microsoft.com/office/drawing/2014/main" id="{05DB292E-D88E-8B09-3CF2-ED4A0BD0A3A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E529E32-302A-52A1-66AB-F62CEEC4CEB1}"/>
              </a:ext>
            </a:extLst>
          </p:cNvPr>
          <p:cNvSpPr>
            <a:spLocks noGrp="1"/>
          </p:cNvSpPr>
          <p:nvPr>
            <p:ph type="sldNum" sz="quarter" idx="12"/>
          </p:nvPr>
        </p:nvSpPr>
        <p:spPr>
          <a:xfrm>
            <a:off x="11579086" y="6398730"/>
            <a:ext cx="440635" cy="322745"/>
          </a:xfrm>
          <a:prstGeom prst="rect">
            <a:avLst/>
          </a:prstGeom>
        </p:spPr>
        <p:txBody>
          <a:bodyPr/>
          <a:lstStyle/>
          <a:p>
            <a:fld id="{00D2F285-7DC3-4F9C-8E53-6893EECBFE42}" type="slidenum">
              <a:rPr kumimoji="1" lang="ja-JP" altLang="en-US" smtClean="0"/>
              <a:t>‹#›</a:t>
            </a:fld>
            <a:endParaRPr kumimoji="1" lang="ja-JP" altLang="en-US"/>
          </a:p>
        </p:txBody>
      </p:sp>
    </p:spTree>
    <p:extLst>
      <p:ext uri="{BB962C8B-B14F-4D97-AF65-F5344CB8AC3E}">
        <p14:creationId xmlns:p14="http://schemas.microsoft.com/office/powerpoint/2010/main" val="3821523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4099F3-4C72-50D2-4CF6-965DE735921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01527E8-169B-DF98-B277-A3DD64BED890}"/>
              </a:ext>
            </a:extLst>
          </p:cNvPr>
          <p:cNvSpPr>
            <a:spLocks noGrp="1"/>
          </p:cNvSpPr>
          <p:nvPr>
            <p:ph idx="1"/>
          </p:nvPr>
        </p:nvSpPr>
        <p:spPr>
          <a:xfrm>
            <a:off x="838200" y="1162878"/>
            <a:ext cx="10515600" cy="5014085"/>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E7504D0-4050-9F94-B3B5-1ED8BBA1500F}"/>
              </a:ext>
            </a:extLst>
          </p:cNvPr>
          <p:cNvSpPr>
            <a:spLocks noGrp="1"/>
          </p:cNvSpPr>
          <p:nvPr>
            <p:ph type="dt" sz="half" idx="10"/>
          </p:nvPr>
        </p:nvSpPr>
        <p:spPr/>
        <p:txBody>
          <a:bodyPr/>
          <a:lstStyle/>
          <a:p>
            <a:fld id="{D6B425C4-82FA-44CD-9E0C-9F3A2EACAB3C}" type="datetime1">
              <a:rPr kumimoji="1" lang="ja-JP" altLang="en-US" smtClean="0"/>
              <a:t>2026/6/29</a:t>
            </a:fld>
            <a:endParaRPr kumimoji="1" lang="ja-JP" altLang="en-US"/>
          </a:p>
        </p:txBody>
      </p:sp>
      <p:sp>
        <p:nvSpPr>
          <p:cNvPr id="5" name="フッター プレースホルダー 4">
            <a:extLst>
              <a:ext uri="{FF2B5EF4-FFF2-40B4-BE49-F238E27FC236}">
                <a16:creationId xmlns:a16="http://schemas.microsoft.com/office/drawing/2014/main" id="{4FDE00EF-FEF9-86A3-88F0-C501196E468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B949010-28B6-CA35-3FF4-61E15E91AF78}"/>
              </a:ext>
            </a:extLst>
          </p:cNvPr>
          <p:cNvSpPr>
            <a:spLocks noGrp="1"/>
          </p:cNvSpPr>
          <p:nvPr>
            <p:ph type="sldNum" sz="quarter" idx="12"/>
          </p:nvPr>
        </p:nvSpPr>
        <p:spPr>
          <a:xfrm>
            <a:off x="11579086" y="6398730"/>
            <a:ext cx="440635" cy="322745"/>
          </a:xfrm>
          <a:prstGeom prst="rect">
            <a:avLst/>
          </a:prstGeom>
        </p:spPr>
        <p:txBody>
          <a:bodyPr/>
          <a:lstStyle/>
          <a:p>
            <a:fld id="{00D2F285-7DC3-4F9C-8E53-6893EECBFE42}" type="slidenum">
              <a:rPr kumimoji="1" lang="ja-JP" altLang="en-US" smtClean="0"/>
              <a:t>‹#›</a:t>
            </a:fld>
            <a:endParaRPr kumimoji="1" lang="ja-JP" altLang="en-US"/>
          </a:p>
        </p:txBody>
      </p:sp>
      <p:sp>
        <p:nvSpPr>
          <p:cNvPr id="8" name="正方形/長方形 7">
            <a:extLst>
              <a:ext uri="{FF2B5EF4-FFF2-40B4-BE49-F238E27FC236}">
                <a16:creationId xmlns:a16="http://schemas.microsoft.com/office/drawing/2014/main" id="{CB6D039A-3619-130F-5D21-D929A856BB08}"/>
              </a:ext>
            </a:extLst>
          </p:cNvPr>
          <p:cNvSpPr/>
          <p:nvPr userDrawn="1"/>
        </p:nvSpPr>
        <p:spPr>
          <a:xfrm>
            <a:off x="168965" y="178904"/>
            <a:ext cx="258418" cy="71561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29026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AAF06D-6F4C-DEC8-74AC-33531DDBE34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B7E716B-5CAA-A526-D2A2-D3B2217015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53FDD32-DAC1-E359-6884-26FF890B058F}"/>
              </a:ext>
            </a:extLst>
          </p:cNvPr>
          <p:cNvSpPr>
            <a:spLocks noGrp="1"/>
          </p:cNvSpPr>
          <p:nvPr>
            <p:ph type="dt" sz="half" idx="10"/>
          </p:nvPr>
        </p:nvSpPr>
        <p:spPr/>
        <p:txBody>
          <a:bodyPr/>
          <a:lstStyle/>
          <a:p>
            <a:fld id="{CB3D9286-461F-4119-8ED2-4BD1EA4294A1}" type="datetime1">
              <a:rPr kumimoji="1" lang="ja-JP" altLang="en-US" smtClean="0"/>
              <a:t>2026/6/29</a:t>
            </a:fld>
            <a:endParaRPr kumimoji="1" lang="ja-JP" altLang="en-US"/>
          </a:p>
        </p:txBody>
      </p:sp>
      <p:sp>
        <p:nvSpPr>
          <p:cNvPr id="5" name="フッター プレースホルダー 4">
            <a:extLst>
              <a:ext uri="{FF2B5EF4-FFF2-40B4-BE49-F238E27FC236}">
                <a16:creationId xmlns:a16="http://schemas.microsoft.com/office/drawing/2014/main" id="{61991996-07BC-7FFC-ED65-3FB6B5BD894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65B3C3E-9BB1-7F42-0E72-9E44E02147D7}"/>
              </a:ext>
            </a:extLst>
          </p:cNvPr>
          <p:cNvSpPr>
            <a:spLocks noGrp="1"/>
          </p:cNvSpPr>
          <p:nvPr>
            <p:ph type="sldNum" sz="quarter" idx="12"/>
          </p:nvPr>
        </p:nvSpPr>
        <p:spPr>
          <a:xfrm>
            <a:off x="11579086" y="6398730"/>
            <a:ext cx="440635" cy="322745"/>
          </a:xfrm>
          <a:prstGeom prst="rect">
            <a:avLst/>
          </a:prstGeom>
        </p:spPr>
        <p:txBody>
          <a:bodyPr/>
          <a:lstStyle/>
          <a:p>
            <a:fld id="{00D2F285-7DC3-4F9C-8E53-6893EECBFE42}" type="slidenum">
              <a:rPr kumimoji="1" lang="ja-JP" altLang="en-US" smtClean="0"/>
              <a:t>‹#›</a:t>
            </a:fld>
            <a:endParaRPr kumimoji="1" lang="ja-JP" altLang="en-US"/>
          </a:p>
        </p:txBody>
      </p:sp>
    </p:spTree>
    <p:extLst>
      <p:ext uri="{BB962C8B-B14F-4D97-AF65-F5344CB8AC3E}">
        <p14:creationId xmlns:p14="http://schemas.microsoft.com/office/powerpoint/2010/main" val="454140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4E91D3-09CA-BEF9-BE4B-6746CDFACE4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5C2940F-2B7B-6889-07FD-4C9BBF0749A8}"/>
              </a:ext>
            </a:extLst>
          </p:cNvPr>
          <p:cNvSpPr>
            <a:spLocks noGrp="1"/>
          </p:cNvSpPr>
          <p:nvPr>
            <p:ph sz="half" idx="1"/>
          </p:nvPr>
        </p:nvSpPr>
        <p:spPr>
          <a:xfrm>
            <a:off x="838200" y="1113183"/>
            <a:ext cx="5181600" cy="506378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ACAE388-11E6-B289-9D5C-99B720CF410E}"/>
              </a:ext>
            </a:extLst>
          </p:cNvPr>
          <p:cNvSpPr>
            <a:spLocks noGrp="1"/>
          </p:cNvSpPr>
          <p:nvPr>
            <p:ph sz="half" idx="2"/>
          </p:nvPr>
        </p:nvSpPr>
        <p:spPr>
          <a:xfrm>
            <a:off x="6172200" y="1113183"/>
            <a:ext cx="5181600" cy="506378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22D941E-74F6-06A8-9FAB-5F8D4051C879}"/>
              </a:ext>
            </a:extLst>
          </p:cNvPr>
          <p:cNvSpPr>
            <a:spLocks noGrp="1"/>
          </p:cNvSpPr>
          <p:nvPr>
            <p:ph type="dt" sz="half" idx="10"/>
          </p:nvPr>
        </p:nvSpPr>
        <p:spPr/>
        <p:txBody>
          <a:bodyPr/>
          <a:lstStyle/>
          <a:p>
            <a:fld id="{C4B5E7B8-695E-4956-A391-F21139339BC3}" type="datetime1">
              <a:rPr kumimoji="1" lang="ja-JP" altLang="en-US" smtClean="0"/>
              <a:t>2026/6/29</a:t>
            </a:fld>
            <a:endParaRPr kumimoji="1" lang="ja-JP" altLang="en-US"/>
          </a:p>
        </p:txBody>
      </p:sp>
      <p:sp>
        <p:nvSpPr>
          <p:cNvPr id="6" name="フッター プレースホルダー 5">
            <a:extLst>
              <a:ext uri="{FF2B5EF4-FFF2-40B4-BE49-F238E27FC236}">
                <a16:creationId xmlns:a16="http://schemas.microsoft.com/office/drawing/2014/main" id="{05FDF29A-6F48-2369-E035-BBFD752A8CC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B1C7C61-77F7-9515-1F7A-E7206AB2A68B}"/>
              </a:ext>
            </a:extLst>
          </p:cNvPr>
          <p:cNvSpPr>
            <a:spLocks noGrp="1"/>
          </p:cNvSpPr>
          <p:nvPr>
            <p:ph type="sldNum" sz="quarter" idx="12"/>
          </p:nvPr>
        </p:nvSpPr>
        <p:spPr>
          <a:xfrm>
            <a:off x="11579086" y="6398730"/>
            <a:ext cx="440635" cy="322745"/>
          </a:xfrm>
          <a:prstGeom prst="rect">
            <a:avLst/>
          </a:prstGeom>
        </p:spPr>
        <p:txBody>
          <a:bodyPr/>
          <a:lstStyle/>
          <a:p>
            <a:fld id="{00D2F285-7DC3-4F9C-8E53-6893EECBFE42}" type="slidenum">
              <a:rPr kumimoji="1" lang="ja-JP" altLang="en-US" smtClean="0"/>
              <a:t>‹#›</a:t>
            </a:fld>
            <a:endParaRPr kumimoji="1" lang="ja-JP" altLang="en-US"/>
          </a:p>
        </p:txBody>
      </p:sp>
      <p:sp>
        <p:nvSpPr>
          <p:cNvPr id="8" name="正方形/長方形 7">
            <a:extLst>
              <a:ext uri="{FF2B5EF4-FFF2-40B4-BE49-F238E27FC236}">
                <a16:creationId xmlns:a16="http://schemas.microsoft.com/office/drawing/2014/main" id="{8BCB9087-06DE-C5F9-6B9D-A14E0FA9092C}"/>
              </a:ext>
            </a:extLst>
          </p:cNvPr>
          <p:cNvSpPr/>
          <p:nvPr userDrawn="1"/>
        </p:nvSpPr>
        <p:spPr>
          <a:xfrm>
            <a:off x="168965" y="178904"/>
            <a:ext cx="258418" cy="71561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347929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較">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4AB8F37A-BDED-706A-05BB-3683DADD0867}"/>
              </a:ext>
            </a:extLst>
          </p:cNvPr>
          <p:cNvSpPr>
            <a:spLocks noGrp="1"/>
          </p:cNvSpPr>
          <p:nvPr>
            <p:ph type="body" idx="1"/>
          </p:nvPr>
        </p:nvSpPr>
        <p:spPr>
          <a:xfrm>
            <a:off x="839788" y="106121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dirty="0"/>
              <a:t>マスター テキストの書式設定</a:t>
            </a:r>
          </a:p>
        </p:txBody>
      </p:sp>
      <p:sp>
        <p:nvSpPr>
          <p:cNvPr id="4" name="コンテンツ プレースホルダー 3">
            <a:extLst>
              <a:ext uri="{FF2B5EF4-FFF2-40B4-BE49-F238E27FC236}">
                <a16:creationId xmlns:a16="http://schemas.microsoft.com/office/drawing/2014/main" id="{30FADE9A-FE8E-0E83-FDAF-38E8B26300FF}"/>
              </a:ext>
            </a:extLst>
          </p:cNvPr>
          <p:cNvSpPr>
            <a:spLocks noGrp="1"/>
          </p:cNvSpPr>
          <p:nvPr>
            <p:ph sz="half" idx="2"/>
          </p:nvPr>
        </p:nvSpPr>
        <p:spPr>
          <a:xfrm>
            <a:off x="839788" y="1945640"/>
            <a:ext cx="5157787" cy="4244023"/>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テキスト プレースホルダー 4">
            <a:extLst>
              <a:ext uri="{FF2B5EF4-FFF2-40B4-BE49-F238E27FC236}">
                <a16:creationId xmlns:a16="http://schemas.microsoft.com/office/drawing/2014/main" id="{AB3201C7-FD96-1B05-8259-45D90C2C1D5E}"/>
              </a:ext>
            </a:extLst>
          </p:cNvPr>
          <p:cNvSpPr>
            <a:spLocks noGrp="1"/>
          </p:cNvSpPr>
          <p:nvPr>
            <p:ph type="body" sz="quarter" idx="3"/>
          </p:nvPr>
        </p:nvSpPr>
        <p:spPr>
          <a:xfrm>
            <a:off x="6172200" y="106121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C676B96-DCB2-D3CD-CD8D-A99D08D2CE97}"/>
              </a:ext>
            </a:extLst>
          </p:cNvPr>
          <p:cNvSpPr>
            <a:spLocks noGrp="1"/>
          </p:cNvSpPr>
          <p:nvPr>
            <p:ph sz="quarter" idx="4"/>
          </p:nvPr>
        </p:nvSpPr>
        <p:spPr>
          <a:xfrm>
            <a:off x="6172200" y="1945640"/>
            <a:ext cx="5183188" cy="4244023"/>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日付プレースホルダー 6">
            <a:extLst>
              <a:ext uri="{FF2B5EF4-FFF2-40B4-BE49-F238E27FC236}">
                <a16:creationId xmlns:a16="http://schemas.microsoft.com/office/drawing/2014/main" id="{6220F162-772C-4DE3-54DC-2FFD11401B3A}"/>
              </a:ext>
            </a:extLst>
          </p:cNvPr>
          <p:cNvSpPr>
            <a:spLocks noGrp="1"/>
          </p:cNvSpPr>
          <p:nvPr>
            <p:ph type="dt" sz="half" idx="10"/>
          </p:nvPr>
        </p:nvSpPr>
        <p:spPr/>
        <p:txBody>
          <a:bodyPr/>
          <a:lstStyle/>
          <a:p>
            <a:fld id="{B03F4676-9088-4480-87BB-D6B9E8174652}" type="datetime1">
              <a:rPr kumimoji="1" lang="ja-JP" altLang="en-US" smtClean="0"/>
              <a:t>2026/6/29</a:t>
            </a:fld>
            <a:endParaRPr kumimoji="1" lang="ja-JP" altLang="en-US"/>
          </a:p>
        </p:txBody>
      </p:sp>
      <p:sp>
        <p:nvSpPr>
          <p:cNvPr id="8" name="フッター プレースホルダー 7">
            <a:extLst>
              <a:ext uri="{FF2B5EF4-FFF2-40B4-BE49-F238E27FC236}">
                <a16:creationId xmlns:a16="http://schemas.microsoft.com/office/drawing/2014/main" id="{31F680C6-9751-B30E-BF7B-D7F4B2F7D3F4}"/>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2B25A187-8594-8F94-2657-1AD50A132624}"/>
              </a:ext>
            </a:extLst>
          </p:cNvPr>
          <p:cNvSpPr>
            <a:spLocks noGrp="1"/>
          </p:cNvSpPr>
          <p:nvPr>
            <p:ph type="sldNum" sz="quarter" idx="12"/>
          </p:nvPr>
        </p:nvSpPr>
        <p:spPr>
          <a:xfrm>
            <a:off x="11579086" y="6398730"/>
            <a:ext cx="440635" cy="322745"/>
          </a:xfrm>
          <a:prstGeom prst="rect">
            <a:avLst/>
          </a:prstGeom>
        </p:spPr>
        <p:txBody>
          <a:bodyPr/>
          <a:lstStyle/>
          <a:p>
            <a:fld id="{00D2F285-7DC3-4F9C-8E53-6893EECBFE42}" type="slidenum">
              <a:rPr kumimoji="1" lang="ja-JP" altLang="en-US" smtClean="0"/>
              <a:t>‹#›</a:t>
            </a:fld>
            <a:endParaRPr kumimoji="1" lang="ja-JP" altLang="en-US"/>
          </a:p>
        </p:txBody>
      </p:sp>
      <p:sp>
        <p:nvSpPr>
          <p:cNvPr id="10" name="タイトル 1">
            <a:extLst>
              <a:ext uri="{FF2B5EF4-FFF2-40B4-BE49-F238E27FC236}">
                <a16:creationId xmlns:a16="http://schemas.microsoft.com/office/drawing/2014/main" id="{6267884E-EA86-7E0C-96A5-E73B83B0F0A8}"/>
              </a:ext>
            </a:extLst>
          </p:cNvPr>
          <p:cNvSpPr>
            <a:spLocks noGrp="1"/>
          </p:cNvSpPr>
          <p:nvPr>
            <p:ph type="title"/>
          </p:nvPr>
        </p:nvSpPr>
        <p:spPr>
          <a:xfrm>
            <a:off x="520148" y="178905"/>
            <a:ext cx="10515600" cy="715618"/>
          </a:xfrm>
        </p:spPr>
        <p:txBody>
          <a:bodyPr/>
          <a:lstStyle/>
          <a:p>
            <a:r>
              <a:rPr kumimoji="1" lang="ja-JP" altLang="en-US"/>
              <a:t>マスター タイトルの書式設定</a:t>
            </a:r>
          </a:p>
        </p:txBody>
      </p:sp>
      <p:sp>
        <p:nvSpPr>
          <p:cNvPr id="11" name="正方形/長方形 10">
            <a:extLst>
              <a:ext uri="{FF2B5EF4-FFF2-40B4-BE49-F238E27FC236}">
                <a16:creationId xmlns:a16="http://schemas.microsoft.com/office/drawing/2014/main" id="{A0FC5D90-B701-9DB7-149D-F7DC40CBCF51}"/>
              </a:ext>
            </a:extLst>
          </p:cNvPr>
          <p:cNvSpPr/>
          <p:nvPr userDrawn="1"/>
        </p:nvSpPr>
        <p:spPr>
          <a:xfrm>
            <a:off x="168965" y="178904"/>
            <a:ext cx="258418" cy="71561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77067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3CA0A4-75F9-5CA0-6E7A-3E712FF7B45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B8DFE20-459C-4A0B-13DF-9141BC7C7BBB}"/>
              </a:ext>
            </a:extLst>
          </p:cNvPr>
          <p:cNvSpPr>
            <a:spLocks noGrp="1"/>
          </p:cNvSpPr>
          <p:nvPr>
            <p:ph type="dt" sz="half" idx="10"/>
          </p:nvPr>
        </p:nvSpPr>
        <p:spPr/>
        <p:txBody>
          <a:bodyPr/>
          <a:lstStyle/>
          <a:p>
            <a:fld id="{5AD13E53-2127-4652-900A-E1D3C2639990}" type="datetime1">
              <a:rPr kumimoji="1" lang="ja-JP" altLang="en-US" smtClean="0"/>
              <a:t>2026/6/29</a:t>
            </a:fld>
            <a:endParaRPr kumimoji="1" lang="ja-JP" altLang="en-US"/>
          </a:p>
        </p:txBody>
      </p:sp>
      <p:sp>
        <p:nvSpPr>
          <p:cNvPr id="4" name="フッター プレースホルダー 3">
            <a:extLst>
              <a:ext uri="{FF2B5EF4-FFF2-40B4-BE49-F238E27FC236}">
                <a16:creationId xmlns:a16="http://schemas.microsoft.com/office/drawing/2014/main" id="{23A89080-C715-B4FB-D7E1-EAB44D96CA6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0AC1A47-42BD-BA6C-4DC8-C4C3B8D4F7C0}"/>
              </a:ext>
            </a:extLst>
          </p:cNvPr>
          <p:cNvSpPr>
            <a:spLocks noGrp="1"/>
          </p:cNvSpPr>
          <p:nvPr>
            <p:ph type="sldNum" sz="quarter" idx="12"/>
          </p:nvPr>
        </p:nvSpPr>
        <p:spPr>
          <a:xfrm>
            <a:off x="11579086" y="6398730"/>
            <a:ext cx="440635" cy="322745"/>
          </a:xfrm>
          <a:prstGeom prst="rect">
            <a:avLst/>
          </a:prstGeom>
        </p:spPr>
        <p:txBody>
          <a:bodyPr/>
          <a:lstStyle/>
          <a:p>
            <a:fld id="{00D2F285-7DC3-4F9C-8E53-6893EECBFE42}" type="slidenum">
              <a:rPr kumimoji="1" lang="ja-JP" altLang="en-US" smtClean="0"/>
              <a:t>‹#›</a:t>
            </a:fld>
            <a:endParaRPr kumimoji="1" lang="ja-JP" altLang="en-US"/>
          </a:p>
        </p:txBody>
      </p:sp>
      <p:sp>
        <p:nvSpPr>
          <p:cNvPr id="6" name="正方形/長方形 5">
            <a:extLst>
              <a:ext uri="{FF2B5EF4-FFF2-40B4-BE49-F238E27FC236}">
                <a16:creationId xmlns:a16="http://schemas.microsoft.com/office/drawing/2014/main" id="{AA68F929-6671-31E9-9076-F185534937F1}"/>
              </a:ext>
            </a:extLst>
          </p:cNvPr>
          <p:cNvSpPr/>
          <p:nvPr userDrawn="1"/>
        </p:nvSpPr>
        <p:spPr>
          <a:xfrm>
            <a:off x="168965" y="178904"/>
            <a:ext cx="258418" cy="71561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26625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E05F465-D9D7-E119-9A13-21CF39A5A10E}"/>
              </a:ext>
            </a:extLst>
          </p:cNvPr>
          <p:cNvSpPr>
            <a:spLocks noGrp="1"/>
          </p:cNvSpPr>
          <p:nvPr>
            <p:ph type="dt" sz="half" idx="10"/>
          </p:nvPr>
        </p:nvSpPr>
        <p:spPr/>
        <p:txBody>
          <a:bodyPr/>
          <a:lstStyle/>
          <a:p>
            <a:fld id="{D119106F-8324-489E-80F0-B5099391AEEF}" type="datetime1">
              <a:rPr kumimoji="1" lang="ja-JP" altLang="en-US" smtClean="0"/>
              <a:t>2026/6/29</a:t>
            </a:fld>
            <a:endParaRPr kumimoji="1" lang="ja-JP" altLang="en-US"/>
          </a:p>
        </p:txBody>
      </p:sp>
      <p:sp>
        <p:nvSpPr>
          <p:cNvPr id="3" name="フッター プレースホルダー 2">
            <a:extLst>
              <a:ext uri="{FF2B5EF4-FFF2-40B4-BE49-F238E27FC236}">
                <a16:creationId xmlns:a16="http://schemas.microsoft.com/office/drawing/2014/main" id="{5589F0BD-206F-158C-A1F4-6DB309BBF52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203E068-E8BB-4C2A-6177-C97E57446980}"/>
              </a:ext>
            </a:extLst>
          </p:cNvPr>
          <p:cNvSpPr>
            <a:spLocks noGrp="1"/>
          </p:cNvSpPr>
          <p:nvPr>
            <p:ph type="sldNum" sz="quarter" idx="12"/>
          </p:nvPr>
        </p:nvSpPr>
        <p:spPr>
          <a:xfrm>
            <a:off x="11579086" y="6398730"/>
            <a:ext cx="440635" cy="322745"/>
          </a:xfrm>
          <a:prstGeom prst="rect">
            <a:avLst/>
          </a:prstGeom>
        </p:spPr>
        <p:txBody>
          <a:bodyPr/>
          <a:lstStyle/>
          <a:p>
            <a:fld id="{00D2F285-7DC3-4F9C-8E53-6893EECBFE42}" type="slidenum">
              <a:rPr kumimoji="1" lang="ja-JP" altLang="en-US" smtClean="0"/>
              <a:t>‹#›</a:t>
            </a:fld>
            <a:endParaRPr kumimoji="1" lang="ja-JP" altLang="en-US"/>
          </a:p>
        </p:txBody>
      </p:sp>
    </p:spTree>
    <p:extLst>
      <p:ext uri="{BB962C8B-B14F-4D97-AF65-F5344CB8AC3E}">
        <p14:creationId xmlns:p14="http://schemas.microsoft.com/office/powerpoint/2010/main" val="3789916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FD47AD-3CED-C3B7-58F0-F5AE2544996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825785E-0E9B-BB75-A563-98B9C438F0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7B87E52-F741-2731-39C5-E0A526CBAB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B4F04CE-6D44-057E-9D4F-FAB667D3165D}"/>
              </a:ext>
            </a:extLst>
          </p:cNvPr>
          <p:cNvSpPr>
            <a:spLocks noGrp="1"/>
          </p:cNvSpPr>
          <p:nvPr>
            <p:ph type="dt" sz="half" idx="10"/>
          </p:nvPr>
        </p:nvSpPr>
        <p:spPr/>
        <p:txBody>
          <a:bodyPr/>
          <a:lstStyle/>
          <a:p>
            <a:fld id="{77EE3E8E-8355-49C9-A419-1543DCC21B1E}" type="datetime1">
              <a:rPr kumimoji="1" lang="ja-JP" altLang="en-US" smtClean="0"/>
              <a:t>2026/6/29</a:t>
            </a:fld>
            <a:endParaRPr kumimoji="1" lang="ja-JP" altLang="en-US"/>
          </a:p>
        </p:txBody>
      </p:sp>
      <p:sp>
        <p:nvSpPr>
          <p:cNvPr id="6" name="フッター プレースホルダー 5">
            <a:extLst>
              <a:ext uri="{FF2B5EF4-FFF2-40B4-BE49-F238E27FC236}">
                <a16:creationId xmlns:a16="http://schemas.microsoft.com/office/drawing/2014/main" id="{AEDE3408-2CE9-B3D2-B2CF-BF2084098A8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77D3A66-278B-650A-E149-47BF3ACEBD2A}"/>
              </a:ext>
            </a:extLst>
          </p:cNvPr>
          <p:cNvSpPr>
            <a:spLocks noGrp="1"/>
          </p:cNvSpPr>
          <p:nvPr>
            <p:ph type="sldNum" sz="quarter" idx="12"/>
          </p:nvPr>
        </p:nvSpPr>
        <p:spPr>
          <a:xfrm>
            <a:off x="11579086" y="6398730"/>
            <a:ext cx="440635" cy="322745"/>
          </a:xfrm>
          <a:prstGeom prst="rect">
            <a:avLst/>
          </a:prstGeom>
        </p:spPr>
        <p:txBody>
          <a:bodyPr/>
          <a:lstStyle/>
          <a:p>
            <a:fld id="{00D2F285-7DC3-4F9C-8E53-6893EECBFE42}" type="slidenum">
              <a:rPr kumimoji="1" lang="ja-JP" altLang="en-US" smtClean="0"/>
              <a:t>‹#›</a:t>
            </a:fld>
            <a:endParaRPr kumimoji="1" lang="ja-JP" altLang="en-US"/>
          </a:p>
        </p:txBody>
      </p:sp>
    </p:spTree>
    <p:extLst>
      <p:ext uri="{BB962C8B-B14F-4D97-AF65-F5344CB8AC3E}">
        <p14:creationId xmlns:p14="http://schemas.microsoft.com/office/powerpoint/2010/main" val="2805994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D2CDBC-84F9-BD05-76E3-16126FC6371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87A30A6-61A9-0346-CB3B-83D405CEAF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0088016-197D-FCF0-33ED-3064B16F0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6701F71-A41D-C624-F2AF-CE19A1B5549B}"/>
              </a:ext>
            </a:extLst>
          </p:cNvPr>
          <p:cNvSpPr>
            <a:spLocks noGrp="1"/>
          </p:cNvSpPr>
          <p:nvPr>
            <p:ph type="dt" sz="half" idx="10"/>
          </p:nvPr>
        </p:nvSpPr>
        <p:spPr/>
        <p:txBody>
          <a:bodyPr/>
          <a:lstStyle/>
          <a:p>
            <a:fld id="{6DF27C48-78BE-4858-B40C-3517251B57DE}" type="datetime1">
              <a:rPr kumimoji="1" lang="ja-JP" altLang="en-US" smtClean="0"/>
              <a:t>2026/6/29</a:t>
            </a:fld>
            <a:endParaRPr kumimoji="1" lang="ja-JP" altLang="en-US"/>
          </a:p>
        </p:txBody>
      </p:sp>
      <p:sp>
        <p:nvSpPr>
          <p:cNvPr id="6" name="フッター プレースホルダー 5">
            <a:extLst>
              <a:ext uri="{FF2B5EF4-FFF2-40B4-BE49-F238E27FC236}">
                <a16:creationId xmlns:a16="http://schemas.microsoft.com/office/drawing/2014/main" id="{C2A2C620-F7BC-A851-BCE7-F8119C34E3B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52A2DE6-EAE7-9C53-241F-F7DFCECFEB90}"/>
              </a:ext>
            </a:extLst>
          </p:cNvPr>
          <p:cNvSpPr>
            <a:spLocks noGrp="1"/>
          </p:cNvSpPr>
          <p:nvPr>
            <p:ph type="sldNum" sz="quarter" idx="12"/>
          </p:nvPr>
        </p:nvSpPr>
        <p:spPr>
          <a:xfrm>
            <a:off x="11579086" y="6398730"/>
            <a:ext cx="440635" cy="322745"/>
          </a:xfrm>
          <a:prstGeom prst="rect">
            <a:avLst/>
          </a:prstGeom>
        </p:spPr>
        <p:txBody>
          <a:bodyPr/>
          <a:lstStyle/>
          <a:p>
            <a:fld id="{00D2F285-7DC3-4F9C-8E53-6893EECBFE42}" type="slidenum">
              <a:rPr kumimoji="1" lang="ja-JP" altLang="en-US" smtClean="0"/>
              <a:t>‹#›</a:t>
            </a:fld>
            <a:endParaRPr kumimoji="1" lang="ja-JP" altLang="en-US"/>
          </a:p>
        </p:txBody>
      </p:sp>
    </p:spTree>
    <p:extLst>
      <p:ext uri="{BB962C8B-B14F-4D97-AF65-F5344CB8AC3E}">
        <p14:creationId xmlns:p14="http://schemas.microsoft.com/office/powerpoint/2010/main" val="2744814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0FFA52-9DC5-DED0-227B-B3D9C8B7AF3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64A4020-2362-4B10-7FA3-2B49D6D4149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94EA4D7-278B-F0F1-D479-8D7F6ECB84ED}"/>
              </a:ext>
            </a:extLst>
          </p:cNvPr>
          <p:cNvSpPr>
            <a:spLocks noGrp="1"/>
          </p:cNvSpPr>
          <p:nvPr>
            <p:ph type="dt" sz="half" idx="10"/>
          </p:nvPr>
        </p:nvSpPr>
        <p:spPr/>
        <p:txBody>
          <a:bodyPr/>
          <a:lstStyle/>
          <a:p>
            <a:fld id="{8DC7D0F8-DFCF-4320-A332-F83FD0E7F027}" type="datetime1">
              <a:rPr kumimoji="1" lang="ja-JP" altLang="en-US" smtClean="0"/>
              <a:t>2026/6/29</a:t>
            </a:fld>
            <a:endParaRPr kumimoji="1" lang="ja-JP" altLang="en-US"/>
          </a:p>
        </p:txBody>
      </p:sp>
      <p:sp>
        <p:nvSpPr>
          <p:cNvPr id="5" name="フッター プレースホルダー 4">
            <a:extLst>
              <a:ext uri="{FF2B5EF4-FFF2-40B4-BE49-F238E27FC236}">
                <a16:creationId xmlns:a16="http://schemas.microsoft.com/office/drawing/2014/main" id="{7EEE354D-64D1-3C98-633F-F8593CE194E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CA47D47-FC30-8C8D-7265-EECEE0539686}"/>
              </a:ext>
            </a:extLst>
          </p:cNvPr>
          <p:cNvSpPr>
            <a:spLocks noGrp="1"/>
          </p:cNvSpPr>
          <p:nvPr>
            <p:ph type="sldNum" sz="quarter" idx="12"/>
          </p:nvPr>
        </p:nvSpPr>
        <p:spPr>
          <a:xfrm>
            <a:off x="11579086" y="6398730"/>
            <a:ext cx="440635" cy="322745"/>
          </a:xfrm>
          <a:prstGeom prst="rect">
            <a:avLst/>
          </a:prstGeom>
        </p:spPr>
        <p:txBody>
          <a:bodyPr/>
          <a:lstStyle/>
          <a:p>
            <a:fld id="{00D2F285-7DC3-4F9C-8E53-6893EECBFE42}" type="slidenum">
              <a:rPr kumimoji="1" lang="ja-JP" altLang="en-US" smtClean="0"/>
              <a:t>‹#›</a:t>
            </a:fld>
            <a:endParaRPr kumimoji="1" lang="ja-JP" altLang="en-US"/>
          </a:p>
        </p:txBody>
      </p:sp>
    </p:spTree>
    <p:extLst>
      <p:ext uri="{BB962C8B-B14F-4D97-AF65-F5344CB8AC3E}">
        <p14:creationId xmlns:p14="http://schemas.microsoft.com/office/powerpoint/2010/main" val="3885899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42A1E9F-D1DF-B412-F783-0DE4D85B068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E5779C8-D4AA-7702-F110-814B724BB09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2D7F68C-D48B-E2AD-A775-4A64BD8CEB24}"/>
              </a:ext>
            </a:extLst>
          </p:cNvPr>
          <p:cNvSpPr>
            <a:spLocks noGrp="1"/>
          </p:cNvSpPr>
          <p:nvPr>
            <p:ph type="dt" sz="half" idx="10"/>
          </p:nvPr>
        </p:nvSpPr>
        <p:spPr/>
        <p:txBody>
          <a:bodyPr/>
          <a:lstStyle/>
          <a:p>
            <a:fld id="{1D3E35CD-CAC0-46AD-A2FD-B231044FB32F}" type="datetime1">
              <a:rPr kumimoji="1" lang="ja-JP" altLang="en-US" smtClean="0"/>
              <a:t>2026/6/29</a:t>
            </a:fld>
            <a:endParaRPr kumimoji="1" lang="ja-JP" altLang="en-US"/>
          </a:p>
        </p:txBody>
      </p:sp>
      <p:sp>
        <p:nvSpPr>
          <p:cNvPr id="5" name="フッター プレースホルダー 4">
            <a:extLst>
              <a:ext uri="{FF2B5EF4-FFF2-40B4-BE49-F238E27FC236}">
                <a16:creationId xmlns:a16="http://schemas.microsoft.com/office/drawing/2014/main" id="{85418032-A14D-B993-D3C1-D69ACB2ED89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B83553C-677B-8A04-2452-34F8C17A33AF}"/>
              </a:ext>
            </a:extLst>
          </p:cNvPr>
          <p:cNvSpPr>
            <a:spLocks noGrp="1"/>
          </p:cNvSpPr>
          <p:nvPr>
            <p:ph type="sldNum" sz="quarter" idx="12"/>
          </p:nvPr>
        </p:nvSpPr>
        <p:spPr>
          <a:xfrm>
            <a:off x="11579086" y="6398730"/>
            <a:ext cx="440635" cy="322745"/>
          </a:xfrm>
          <a:prstGeom prst="rect">
            <a:avLst/>
          </a:prstGeom>
        </p:spPr>
        <p:txBody>
          <a:bodyPr/>
          <a:lstStyle/>
          <a:p>
            <a:fld id="{00D2F285-7DC3-4F9C-8E53-6893EECBFE42}" type="slidenum">
              <a:rPr kumimoji="1" lang="ja-JP" altLang="en-US" smtClean="0"/>
              <a:t>‹#›</a:t>
            </a:fld>
            <a:endParaRPr kumimoji="1" lang="ja-JP" altLang="en-US"/>
          </a:p>
        </p:txBody>
      </p:sp>
    </p:spTree>
    <p:extLst>
      <p:ext uri="{BB962C8B-B14F-4D97-AF65-F5344CB8AC3E}">
        <p14:creationId xmlns:p14="http://schemas.microsoft.com/office/powerpoint/2010/main" val="153372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556556F-5F02-1FD8-EE95-748F5263F31C}"/>
              </a:ext>
            </a:extLst>
          </p:cNvPr>
          <p:cNvSpPr>
            <a:spLocks noGrp="1"/>
          </p:cNvSpPr>
          <p:nvPr>
            <p:ph type="title"/>
          </p:nvPr>
        </p:nvSpPr>
        <p:spPr>
          <a:xfrm>
            <a:off x="520148" y="178905"/>
            <a:ext cx="10515600" cy="715618"/>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E454486-23D8-B5BB-DDFD-4B172C4674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AF28D69-3449-0B51-5257-B225CA39C1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693989-4497-462D-9D80-A771669ACCD6}" type="datetime1">
              <a:rPr kumimoji="1" lang="ja-JP" altLang="en-US" smtClean="0"/>
              <a:t>2026/6/29</a:t>
            </a:fld>
            <a:endParaRPr kumimoji="1" lang="ja-JP" altLang="en-US"/>
          </a:p>
        </p:txBody>
      </p:sp>
      <p:sp>
        <p:nvSpPr>
          <p:cNvPr id="5" name="フッター プレースホルダー 4">
            <a:extLst>
              <a:ext uri="{FF2B5EF4-FFF2-40B4-BE49-F238E27FC236}">
                <a16:creationId xmlns:a16="http://schemas.microsoft.com/office/drawing/2014/main" id="{83A8903C-A9F3-8A65-EA97-15596FE41F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C2EED4D-7A0B-F5BD-62B7-2A83F75F38A1}"/>
              </a:ext>
            </a:extLst>
          </p:cNvPr>
          <p:cNvSpPr>
            <a:spLocks noGrp="1"/>
          </p:cNvSpPr>
          <p:nvPr>
            <p:ph type="sldNum" sz="quarter" idx="4"/>
          </p:nvPr>
        </p:nvSpPr>
        <p:spPr>
          <a:xfrm>
            <a:off x="11579086" y="6398730"/>
            <a:ext cx="440635" cy="322745"/>
          </a:xfrm>
          <a:prstGeom prst="rect">
            <a:avLst/>
          </a:prstGeom>
        </p:spPr>
        <p:txBody>
          <a:bodyPr vert="horz" lIns="91440" tIns="45720" rIns="91440" bIns="45720" rtlCol="0" anchor="ctr"/>
          <a:lstStyle>
            <a:lvl1pPr algn="ctr">
              <a:defRPr sz="1200">
                <a:solidFill>
                  <a:schemeClr val="tx1">
                    <a:tint val="82000"/>
                  </a:schemeClr>
                </a:solidFill>
              </a:defRPr>
            </a:lvl1pPr>
          </a:lstStyle>
          <a:p>
            <a:pPr algn="ctr"/>
            <a:fld id="{00D2F285-7DC3-4F9C-8E53-6893EECBFE42}" type="slidenum">
              <a:rPr lang="ja-JP" altLang="en-US" smtClean="0"/>
              <a:pPr/>
              <a:t>‹#›</a:t>
            </a:fld>
            <a:endParaRPr lang="ja-JP" altLang="en-US" dirty="0"/>
          </a:p>
        </p:txBody>
      </p:sp>
    </p:spTree>
    <p:extLst>
      <p:ext uri="{BB962C8B-B14F-4D97-AF65-F5344CB8AC3E}">
        <p14:creationId xmlns:p14="http://schemas.microsoft.com/office/powerpoint/2010/main" val="24007189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05E02-7777-670B-E224-96A3063B296C}"/>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63F803FF-2208-C171-B8F5-082EAD45B91D}"/>
              </a:ext>
            </a:extLst>
          </p:cNvPr>
          <p:cNvSpPr/>
          <p:nvPr/>
        </p:nvSpPr>
        <p:spPr>
          <a:xfrm>
            <a:off x="0" y="0"/>
            <a:ext cx="1085349"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7317A3C-2164-F1DC-E83C-2BE5140CDCDB}"/>
              </a:ext>
            </a:extLst>
          </p:cNvPr>
          <p:cNvSpPr>
            <a:spLocks noGrp="1"/>
          </p:cNvSpPr>
          <p:nvPr>
            <p:ph type="ctrTitle"/>
          </p:nvPr>
        </p:nvSpPr>
        <p:spPr>
          <a:xfrm>
            <a:off x="1763535" y="2727989"/>
            <a:ext cx="4040372" cy="1493874"/>
          </a:xfrm>
        </p:spPr>
        <p:txBody>
          <a:bodyPr anchor="ctr">
            <a:normAutofit/>
          </a:bodyPr>
          <a:lstStyle/>
          <a:p>
            <a:r>
              <a:rPr kumimoji="1" lang="en-US" altLang="ja-JP" sz="4400" dirty="0"/>
              <a:t>6</a:t>
            </a:r>
            <a:r>
              <a:rPr kumimoji="1" lang="ja-JP" altLang="en-US" sz="4400" dirty="0"/>
              <a:t>月</a:t>
            </a:r>
            <a:r>
              <a:rPr lang="ja-JP" altLang="en-US" sz="4400" dirty="0"/>
              <a:t>研修報告</a:t>
            </a:r>
            <a:endParaRPr kumimoji="1" lang="ja-JP" altLang="en-US" sz="4400" dirty="0"/>
          </a:p>
        </p:txBody>
      </p:sp>
      <p:sp>
        <p:nvSpPr>
          <p:cNvPr id="3" name="字幕 2">
            <a:extLst>
              <a:ext uri="{FF2B5EF4-FFF2-40B4-BE49-F238E27FC236}">
                <a16:creationId xmlns:a16="http://schemas.microsoft.com/office/drawing/2014/main" id="{70331666-736D-D476-BB9B-E21F54913954}"/>
              </a:ext>
            </a:extLst>
          </p:cNvPr>
          <p:cNvSpPr>
            <a:spLocks noGrp="1"/>
          </p:cNvSpPr>
          <p:nvPr>
            <p:ph type="subTitle" idx="1"/>
          </p:nvPr>
        </p:nvSpPr>
        <p:spPr>
          <a:xfrm>
            <a:off x="7370023" y="2569978"/>
            <a:ext cx="4040369" cy="1809897"/>
          </a:xfrm>
        </p:spPr>
        <p:txBody>
          <a:bodyPr anchor="ctr">
            <a:normAutofit/>
          </a:bodyPr>
          <a:lstStyle/>
          <a:p>
            <a:pPr algn="l"/>
            <a:r>
              <a:rPr kumimoji="1" lang="ja-JP" altLang="en-US" dirty="0"/>
              <a:t>ウィーメックス株式会社</a:t>
            </a:r>
            <a:endParaRPr kumimoji="1" lang="en-US" altLang="ja-JP" dirty="0"/>
          </a:p>
          <a:p>
            <a:pPr algn="l"/>
            <a:r>
              <a:rPr lang="ja-JP" altLang="en-US" dirty="0"/>
              <a:t>村山 惠一郎</a:t>
            </a:r>
            <a:endParaRPr kumimoji="1" lang="en-US" altLang="ja-JP" dirty="0"/>
          </a:p>
        </p:txBody>
      </p:sp>
      <p:sp>
        <p:nvSpPr>
          <p:cNvPr id="5" name="テキスト ボックス 4">
            <a:extLst>
              <a:ext uri="{FF2B5EF4-FFF2-40B4-BE49-F238E27FC236}">
                <a16:creationId xmlns:a16="http://schemas.microsoft.com/office/drawing/2014/main" id="{A61D8C24-4D89-8049-E9D6-0F96E0D1BD00}"/>
              </a:ext>
            </a:extLst>
          </p:cNvPr>
          <p:cNvSpPr txBox="1"/>
          <p:nvPr/>
        </p:nvSpPr>
        <p:spPr>
          <a:xfrm>
            <a:off x="10731795" y="107766"/>
            <a:ext cx="1357195" cy="369332"/>
          </a:xfrm>
          <a:prstGeom prst="rect">
            <a:avLst/>
          </a:prstGeom>
          <a:noFill/>
        </p:spPr>
        <p:txBody>
          <a:bodyPr wrap="square" rtlCol="0">
            <a:spAutoFit/>
          </a:bodyPr>
          <a:lstStyle/>
          <a:p>
            <a:pPr algn="ctr"/>
            <a:r>
              <a:rPr lang="en-US" altLang="ja-JP" dirty="0"/>
              <a:t>2026/06/30</a:t>
            </a:r>
            <a:endParaRPr kumimoji="1" lang="ja-JP" altLang="en-US" dirty="0"/>
          </a:p>
        </p:txBody>
      </p:sp>
      <p:cxnSp>
        <p:nvCxnSpPr>
          <p:cNvPr id="7" name="直線コネクタ 6">
            <a:extLst>
              <a:ext uri="{FF2B5EF4-FFF2-40B4-BE49-F238E27FC236}">
                <a16:creationId xmlns:a16="http://schemas.microsoft.com/office/drawing/2014/main" id="{721B611A-6EDE-501F-1A80-CFD5F2699247}"/>
              </a:ext>
            </a:extLst>
          </p:cNvPr>
          <p:cNvCxnSpPr>
            <a:cxnSpLocks/>
          </p:cNvCxnSpPr>
          <p:nvPr/>
        </p:nvCxnSpPr>
        <p:spPr>
          <a:xfrm>
            <a:off x="6586965" y="2629638"/>
            <a:ext cx="0" cy="1690576"/>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6079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C22A34E7-ECC5-39BF-C605-CD356E32A912}"/>
              </a:ext>
            </a:extLst>
          </p:cNvPr>
          <p:cNvSpPr/>
          <p:nvPr/>
        </p:nvSpPr>
        <p:spPr>
          <a:xfrm>
            <a:off x="838196" y="1691120"/>
            <a:ext cx="10515600" cy="1413587"/>
          </a:xfrm>
          <a:prstGeom prst="roundRect">
            <a:avLst>
              <a:gd name="adj" fmla="val 6746"/>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4">
            <a:extLst>
              <a:ext uri="{FF2B5EF4-FFF2-40B4-BE49-F238E27FC236}">
                <a16:creationId xmlns:a16="http://schemas.microsoft.com/office/drawing/2014/main" id="{0535A51B-9514-46A3-6E3E-727E24416C56}"/>
              </a:ext>
            </a:extLst>
          </p:cNvPr>
          <p:cNvSpPr>
            <a:spLocks noGrp="1"/>
          </p:cNvSpPr>
          <p:nvPr>
            <p:ph type="title"/>
          </p:nvPr>
        </p:nvSpPr>
        <p:spPr/>
        <p:txBody>
          <a:bodyPr/>
          <a:lstStyle/>
          <a:p>
            <a:r>
              <a:rPr lang="ja-JP" altLang="en-US" dirty="0"/>
              <a:t>今月の研修内容</a:t>
            </a:r>
          </a:p>
        </p:txBody>
      </p:sp>
      <p:sp>
        <p:nvSpPr>
          <p:cNvPr id="4" name="スライド番号プレースホルダー 3">
            <a:extLst>
              <a:ext uri="{FF2B5EF4-FFF2-40B4-BE49-F238E27FC236}">
                <a16:creationId xmlns:a16="http://schemas.microsoft.com/office/drawing/2014/main" id="{6EDAF166-1FC5-AF8E-C385-347DF0D65805}"/>
              </a:ext>
            </a:extLst>
          </p:cNvPr>
          <p:cNvSpPr>
            <a:spLocks noGrp="1"/>
          </p:cNvSpPr>
          <p:nvPr>
            <p:ph type="sldNum" sz="quarter" idx="12"/>
          </p:nvPr>
        </p:nvSpPr>
        <p:spPr/>
        <p:txBody>
          <a:bodyPr/>
          <a:lstStyle/>
          <a:p>
            <a:fld id="{00D2F285-7DC3-4F9C-8E53-6893EECBFE42}" type="slidenum">
              <a:rPr kumimoji="1" lang="ja-JP" altLang="en-US" smtClean="0"/>
              <a:t>2</a:t>
            </a:fld>
            <a:endParaRPr kumimoji="1" lang="ja-JP" altLang="en-US"/>
          </a:p>
        </p:txBody>
      </p:sp>
      <p:sp>
        <p:nvSpPr>
          <p:cNvPr id="8" name="テキスト ボックス 7">
            <a:extLst>
              <a:ext uri="{FF2B5EF4-FFF2-40B4-BE49-F238E27FC236}">
                <a16:creationId xmlns:a16="http://schemas.microsoft.com/office/drawing/2014/main" id="{905150C6-1396-3573-1251-3C1843108ECE}"/>
              </a:ext>
            </a:extLst>
          </p:cNvPr>
          <p:cNvSpPr txBox="1"/>
          <p:nvPr/>
        </p:nvSpPr>
        <p:spPr>
          <a:xfrm>
            <a:off x="1874332" y="1836863"/>
            <a:ext cx="6032421" cy="461665"/>
          </a:xfrm>
          <a:prstGeom prst="rect">
            <a:avLst/>
          </a:prstGeom>
          <a:noFill/>
        </p:spPr>
        <p:txBody>
          <a:bodyPr wrap="none" rtlCol="0">
            <a:spAutoFit/>
          </a:bodyPr>
          <a:lstStyle/>
          <a:p>
            <a:r>
              <a:rPr kumimoji="1" lang="ja-JP" altLang="en-US" sz="2400" dirty="0">
                <a:solidFill>
                  <a:schemeClr val="bg1"/>
                </a:solidFill>
              </a:rPr>
              <a:t>①ドメイン駆動設計の基本理念を理解する</a:t>
            </a:r>
          </a:p>
        </p:txBody>
      </p:sp>
      <p:sp>
        <p:nvSpPr>
          <p:cNvPr id="12" name="テキスト ボックス 11">
            <a:extLst>
              <a:ext uri="{FF2B5EF4-FFF2-40B4-BE49-F238E27FC236}">
                <a16:creationId xmlns:a16="http://schemas.microsoft.com/office/drawing/2014/main" id="{FE34AFB0-3523-2DA9-130B-BABD9628E290}"/>
              </a:ext>
            </a:extLst>
          </p:cNvPr>
          <p:cNvSpPr txBox="1"/>
          <p:nvPr/>
        </p:nvSpPr>
        <p:spPr>
          <a:xfrm>
            <a:off x="1874332" y="2502198"/>
            <a:ext cx="7571303" cy="461665"/>
          </a:xfrm>
          <a:prstGeom prst="rect">
            <a:avLst/>
          </a:prstGeom>
          <a:noFill/>
        </p:spPr>
        <p:txBody>
          <a:bodyPr wrap="none" rtlCol="0">
            <a:spAutoFit/>
          </a:bodyPr>
          <a:lstStyle/>
          <a:p>
            <a:r>
              <a:rPr kumimoji="1" lang="ja-JP" altLang="en-US" sz="2400" dirty="0">
                <a:solidFill>
                  <a:schemeClr val="bg1"/>
                </a:solidFill>
              </a:rPr>
              <a:t>②様々なツールや言語を体験して何ができるかを知る</a:t>
            </a:r>
          </a:p>
        </p:txBody>
      </p:sp>
      <p:sp>
        <p:nvSpPr>
          <p:cNvPr id="13" name="テキスト ボックス 12">
            <a:extLst>
              <a:ext uri="{FF2B5EF4-FFF2-40B4-BE49-F238E27FC236}">
                <a16:creationId xmlns:a16="http://schemas.microsoft.com/office/drawing/2014/main" id="{1830CCB3-11FF-B9EC-6343-9AC3E9D1CC84}"/>
              </a:ext>
            </a:extLst>
          </p:cNvPr>
          <p:cNvSpPr txBox="1"/>
          <p:nvPr/>
        </p:nvSpPr>
        <p:spPr>
          <a:xfrm>
            <a:off x="838199" y="1167900"/>
            <a:ext cx="1851837" cy="523220"/>
          </a:xfrm>
          <a:prstGeom prst="rect">
            <a:avLst/>
          </a:prstGeom>
          <a:noFill/>
        </p:spPr>
        <p:txBody>
          <a:bodyPr wrap="square" rtlCol="0">
            <a:spAutoFit/>
          </a:bodyPr>
          <a:lstStyle/>
          <a:p>
            <a:pPr marL="457200" indent="-457200">
              <a:buFont typeface="Wingdings" panose="05000000000000000000" pitchFamily="2" charset="2"/>
              <a:buChar char="n"/>
            </a:pPr>
            <a:r>
              <a:rPr lang="ja-JP" altLang="en-US" sz="2800" dirty="0"/>
              <a:t>目的</a:t>
            </a:r>
            <a:endParaRPr kumimoji="1" lang="ja-JP" altLang="en-US" sz="2800" dirty="0"/>
          </a:p>
        </p:txBody>
      </p:sp>
      <p:sp>
        <p:nvSpPr>
          <p:cNvPr id="15" name="テキスト ボックス 14">
            <a:extLst>
              <a:ext uri="{FF2B5EF4-FFF2-40B4-BE49-F238E27FC236}">
                <a16:creationId xmlns:a16="http://schemas.microsoft.com/office/drawing/2014/main" id="{7E63A560-4B48-C854-BB6E-495285809984}"/>
              </a:ext>
            </a:extLst>
          </p:cNvPr>
          <p:cNvSpPr txBox="1"/>
          <p:nvPr/>
        </p:nvSpPr>
        <p:spPr>
          <a:xfrm>
            <a:off x="838199" y="3650413"/>
            <a:ext cx="2245243" cy="523220"/>
          </a:xfrm>
          <a:prstGeom prst="rect">
            <a:avLst/>
          </a:prstGeom>
          <a:noFill/>
        </p:spPr>
        <p:txBody>
          <a:bodyPr wrap="square" rtlCol="0">
            <a:spAutoFit/>
          </a:bodyPr>
          <a:lstStyle/>
          <a:p>
            <a:pPr marL="457200" indent="-457200">
              <a:buFont typeface="Wingdings" panose="05000000000000000000" pitchFamily="2" charset="2"/>
              <a:buChar char="n"/>
            </a:pPr>
            <a:r>
              <a:rPr kumimoji="1" lang="ja-JP" altLang="en-US" sz="2800" dirty="0"/>
              <a:t>学習内容</a:t>
            </a:r>
          </a:p>
        </p:txBody>
      </p:sp>
      <p:sp>
        <p:nvSpPr>
          <p:cNvPr id="16" name="四角形: 角を丸くする 15">
            <a:extLst>
              <a:ext uri="{FF2B5EF4-FFF2-40B4-BE49-F238E27FC236}">
                <a16:creationId xmlns:a16="http://schemas.microsoft.com/office/drawing/2014/main" id="{25CEF361-E1F1-66A9-70EE-DDDB93B0F80E}"/>
              </a:ext>
            </a:extLst>
          </p:cNvPr>
          <p:cNvSpPr/>
          <p:nvPr/>
        </p:nvSpPr>
        <p:spPr>
          <a:xfrm>
            <a:off x="838193" y="4173633"/>
            <a:ext cx="3031339" cy="706711"/>
          </a:xfrm>
          <a:prstGeom prst="roundRect">
            <a:avLst>
              <a:gd name="adj" fmla="val 6746"/>
            </a:avLst>
          </a:prstGeom>
          <a:solidFill>
            <a:schemeClr val="accent4">
              <a:lumMod val="20000"/>
              <a:lumOff val="80000"/>
            </a:schemeClr>
          </a:solid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 REST API</a:t>
            </a:r>
            <a:endParaRPr kumimoji="1" lang="ja-JP" altLang="en-US" sz="2000" dirty="0">
              <a:solidFill>
                <a:schemeClr val="tx1"/>
              </a:solidFill>
            </a:endParaRPr>
          </a:p>
        </p:txBody>
      </p:sp>
      <p:sp>
        <p:nvSpPr>
          <p:cNvPr id="17" name="四角形: 角を丸くする 16">
            <a:extLst>
              <a:ext uri="{FF2B5EF4-FFF2-40B4-BE49-F238E27FC236}">
                <a16:creationId xmlns:a16="http://schemas.microsoft.com/office/drawing/2014/main" id="{0B8354C6-3529-BD99-EF1E-3BF759E002B6}"/>
              </a:ext>
            </a:extLst>
          </p:cNvPr>
          <p:cNvSpPr/>
          <p:nvPr/>
        </p:nvSpPr>
        <p:spPr>
          <a:xfrm>
            <a:off x="4580325" y="4173633"/>
            <a:ext cx="3031339" cy="706711"/>
          </a:xfrm>
          <a:prstGeom prst="roundRect">
            <a:avLst>
              <a:gd name="adj" fmla="val 6746"/>
            </a:avLst>
          </a:prstGeom>
          <a:solidFill>
            <a:schemeClr val="accent4">
              <a:lumMod val="20000"/>
              <a:lumOff val="80000"/>
            </a:schemeClr>
          </a:solid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rPr>
              <a:t>ドメイン駆動設計</a:t>
            </a:r>
            <a:endParaRPr lang="en-US" altLang="ja-JP" sz="2000" dirty="0">
              <a:solidFill>
                <a:schemeClr val="tx1"/>
              </a:solidFill>
            </a:endParaRPr>
          </a:p>
        </p:txBody>
      </p:sp>
      <p:sp>
        <p:nvSpPr>
          <p:cNvPr id="18" name="四角形: 角を丸くする 17">
            <a:extLst>
              <a:ext uri="{FF2B5EF4-FFF2-40B4-BE49-F238E27FC236}">
                <a16:creationId xmlns:a16="http://schemas.microsoft.com/office/drawing/2014/main" id="{EE53960B-C306-A8D5-8A12-2E9CA286D192}"/>
              </a:ext>
            </a:extLst>
          </p:cNvPr>
          <p:cNvSpPr/>
          <p:nvPr/>
        </p:nvSpPr>
        <p:spPr>
          <a:xfrm>
            <a:off x="8322457" y="4173633"/>
            <a:ext cx="3031339" cy="706711"/>
          </a:xfrm>
          <a:prstGeom prst="roundRect">
            <a:avLst>
              <a:gd name="adj" fmla="val 6746"/>
            </a:avLst>
          </a:prstGeom>
          <a:solidFill>
            <a:schemeClr val="accent4">
              <a:lumMod val="20000"/>
              <a:lumOff val="80000"/>
            </a:schemeClr>
          </a:solid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Azure</a:t>
            </a:r>
            <a:r>
              <a:rPr lang="ja-JP" altLang="en-US" sz="2000" dirty="0">
                <a:solidFill>
                  <a:schemeClr val="tx1"/>
                </a:solidFill>
              </a:rPr>
              <a:t>で</a:t>
            </a:r>
            <a:r>
              <a:rPr lang="en-US" altLang="ja-JP" sz="2000" dirty="0">
                <a:solidFill>
                  <a:schemeClr val="tx1"/>
                </a:solidFill>
              </a:rPr>
              <a:t>VM, DB</a:t>
            </a:r>
            <a:r>
              <a:rPr lang="ja-JP" altLang="en-US" sz="2000" dirty="0">
                <a:solidFill>
                  <a:schemeClr val="tx1"/>
                </a:solidFill>
              </a:rPr>
              <a:t>の構築</a:t>
            </a:r>
            <a:endParaRPr kumimoji="1" lang="ja-JP" altLang="en-US" sz="2000" dirty="0">
              <a:solidFill>
                <a:schemeClr val="tx1"/>
              </a:solidFill>
            </a:endParaRPr>
          </a:p>
        </p:txBody>
      </p:sp>
      <p:sp>
        <p:nvSpPr>
          <p:cNvPr id="19" name="四角形: 角を丸くする 18">
            <a:extLst>
              <a:ext uri="{FF2B5EF4-FFF2-40B4-BE49-F238E27FC236}">
                <a16:creationId xmlns:a16="http://schemas.microsoft.com/office/drawing/2014/main" id="{B3058476-850B-2566-1AA5-32360467CC99}"/>
              </a:ext>
            </a:extLst>
          </p:cNvPr>
          <p:cNvSpPr/>
          <p:nvPr/>
        </p:nvSpPr>
        <p:spPr>
          <a:xfrm>
            <a:off x="838195" y="5048509"/>
            <a:ext cx="3031339" cy="706711"/>
          </a:xfrm>
          <a:prstGeom prst="roundRect">
            <a:avLst>
              <a:gd name="adj" fmla="val 6746"/>
            </a:avLst>
          </a:prstGeom>
          <a:solidFill>
            <a:schemeClr val="accent4">
              <a:lumMod val="20000"/>
              <a:lumOff val="80000"/>
            </a:schemeClr>
          </a:solid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GitHub</a:t>
            </a:r>
            <a:r>
              <a:rPr lang="ja-JP" altLang="en-US" sz="2000" dirty="0">
                <a:solidFill>
                  <a:schemeClr val="tx1"/>
                </a:solidFill>
              </a:rPr>
              <a:t> </a:t>
            </a:r>
            <a:r>
              <a:rPr lang="en-US" altLang="ja-JP" sz="2000" dirty="0">
                <a:solidFill>
                  <a:schemeClr val="tx1"/>
                </a:solidFill>
              </a:rPr>
              <a:t>Actions</a:t>
            </a:r>
            <a:r>
              <a:rPr lang="ja-JP" altLang="en-US" sz="2000" dirty="0">
                <a:solidFill>
                  <a:schemeClr val="tx1"/>
                </a:solidFill>
              </a:rPr>
              <a:t> </a:t>
            </a:r>
            <a:r>
              <a:rPr lang="en-US" altLang="ja-JP" sz="2000" dirty="0">
                <a:solidFill>
                  <a:schemeClr val="tx1"/>
                </a:solidFill>
              </a:rPr>
              <a:t>&amp;</a:t>
            </a:r>
            <a:r>
              <a:rPr lang="ja-JP" altLang="en-US" sz="2000" dirty="0">
                <a:solidFill>
                  <a:schemeClr val="tx1"/>
                </a:solidFill>
              </a:rPr>
              <a:t> </a:t>
            </a:r>
            <a:r>
              <a:rPr lang="en-US" altLang="ja-JP" sz="2000" dirty="0">
                <a:solidFill>
                  <a:schemeClr val="tx1"/>
                </a:solidFill>
              </a:rPr>
              <a:t>Issues</a:t>
            </a:r>
            <a:endParaRPr kumimoji="1" lang="ja-JP" altLang="en-US" sz="2000" dirty="0">
              <a:solidFill>
                <a:schemeClr val="tx1"/>
              </a:solidFill>
            </a:endParaRPr>
          </a:p>
        </p:txBody>
      </p:sp>
      <p:sp>
        <p:nvSpPr>
          <p:cNvPr id="20" name="四角形: 角を丸くする 19">
            <a:extLst>
              <a:ext uri="{FF2B5EF4-FFF2-40B4-BE49-F238E27FC236}">
                <a16:creationId xmlns:a16="http://schemas.microsoft.com/office/drawing/2014/main" id="{564CDD03-9AB8-C7B0-D646-A2B1158D1520}"/>
              </a:ext>
            </a:extLst>
          </p:cNvPr>
          <p:cNvSpPr/>
          <p:nvPr/>
        </p:nvSpPr>
        <p:spPr>
          <a:xfrm>
            <a:off x="4580326" y="5048509"/>
            <a:ext cx="3031339" cy="706711"/>
          </a:xfrm>
          <a:prstGeom prst="roundRect">
            <a:avLst>
              <a:gd name="adj" fmla="val 6746"/>
            </a:avLst>
          </a:prstGeom>
          <a:solidFill>
            <a:schemeClr val="accent4">
              <a:lumMod val="20000"/>
              <a:lumOff val="80000"/>
            </a:schemeClr>
          </a:solid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TypeScript</a:t>
            </a:r>
            <a:endParaRPr kumimoji="1" lang="ja-JP" altLang="en-US" sz="2000" dirty="0">
              <a:solidFill>
                <a:schemeClr val="tx1"/>
              </a:solidFill>
            </a:endParaRPr>
          </a:p>
        </p:txBody>
      </p:sp>
      <p:sp>
        <p:nvSpPr>
          <p:cNvPr id="21" name="四角形: 角を丸くする 20">
            <a:extLst>
              <a:ext uri="{FF2B5EF4-FFF2-40B4-BE49-F238E27FC236}">
                <a16:creationId xmlns:a16="http://schemas.microsoft.com/office/drawing/2014/main" id="{49B892F7-825B-7DF0-BD32-863E002357BB}"/>
              </a:ext>
            </a:extLst>
          </p:cNvPr>
          <p:cNvSpPr/>
          <p:nvPr/>
        </p:nvSpPr>
        <p:spPr>
          <a:xfrm>
            <a:off x="8322457" y="5048509"/>
            <a:ext cx="3031339" cy="706711"/>
          </a:xfrm>
          <a:prstGeom prst="roundRect">
            <a:avLst>
              <a:gd name="adj" fmla="val 6746"/>
            </a:avLst>
          </a:prstGeom>
          <a:solidFill>
            <a:schemeClr val="accent4">
              <a:lumMod val="20000"/>
              <a:lumOff val="80000"/>
            </a:schemeClr>
          </a:solid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React</a:t>
            </a:r>
            <a:endParaRPr kumimoji="1" lang="ja-JP" altLang="en-US" sz="2000" dirty="0">
              <a:solidFill>
                <a:schemeClr val="tx1"/>
              </a:solidFill>
            </a:endParaRPr>
          </a:p>
        </p:txBody>
      </p:sp>
    </p:spTree>
    <p:extLst>
      <p:ext uri="{BB962C8B-B14F-4D97-AF65-F5344CB8AC3E}">
        <p14:creationId xmlns:p14="http://schemas.microsoft.com/office/powerpoint/2010/main" val="1854031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0BE89B-38D8-A6D7-F094-6EF21878D7B0}"/>
              </a:ext>
            </a:extLst>
          </p:cNvPr>
          <p:cNvSpPr>
            <a:spLocks noGrp="1"/>
          </p:cNvSpPr>
          <p:nvPr>
            <p:ph type="title"/>
          </p:nvPr>
        </p:nvSpPr>
        <p:spPr/>
        <p:txBody>
          <a:bodyPr/>
          <a:lstStyle/>
          <a:p>
            <a:r>
              <a:rPr lang="ja-JP" altLang="en-US" dirty="0"/>
              <a:t>開発演習の成果</a:t>
            </a:r>
            <a:endParaRPr kumimoji="1" lang="ja-JP" altLang="en-US" dirty="0"/>
          </a:p>
        </p:txBody>
      </p:sp>
      <p:sp>
        <p:nvSpPr>
          <p:cNvPr id="3" name="コンテンツ プレースホルダー 2">
            <a:extLst>
              <a:ext uri="{FF2B5EF4-FFF2-40B4-BE49-F238E27FC236}">
                <a16:creationId xmlns:a16="http://schemas.microsoft.com/office/drawing/2014/main" id="{3D3A8454-772E-E2C4-0704-93FACA67B734}"/>
              </a:ext>
            </a:extLst>
          </p:cNvPr>
          <p:cNvSpPr>
            <a:spLocks noGrp="1"/>
          </p:cNvSpPr>
          <p:nvPr>
            <p:ph idx="1"/>
          </p:nvPr>
        </p:nvSpPr>
        <p:spPr/>
        <p:txBody>
          <a:bodyPr/>
          <a:lstStyle/>
          <a:p>
            <a:pPr>
              <a:lnSpc>
                <a:spcPct val="100000"/>
              </a:lnSpc>
              <a:buFont typeface="Wingdings" panose="05000000000000000000" pitchFamily="2" charset="2"/>
              <a:buChar char="n"/>
            </a:pPr>
            <a:r>
              <a:rPr lang="ja-JP" altLang="en-US" dirty="0"/>
              <a:t>アプリケーション概要</a:t>
            </a:r>
            <a:endParaRPr lang="en-US" altLang="ja-JP" dirty="0"/>
          </a:p>
          <a:p>
            <a:pPr lvl="1">
              <a:lnSpc>
                <a:spcPct val="100000"/>
              </a:lnSpc>
            </a:pPr>
            <a:r>
              <a:rPr lang="en-US" altLang="ja-JP" dirty="0"/>
              <a:t>API</a:t>
            </a:r>
            <a:r>
              <a:rPr lang="ja-JP" altLang="en-US" dirty="0"/>
              <a:t>型アプリケーション</a:t>
            </a:r>
            <a:endParaRPr lang="en-US" altLang="ja-JP" dirty="0"/>
          </a:p>
          <a:p>
            <a:pPr lvl="1">
              <a:lnSpc>
                <a:spcPct val="100000"/>
              </a:lnSpc>
            </a:pPr>
            <a:r>
              <a:rPr lang="ja-JP" altLang="en-US" dirty="0"/>
              <a:t>図書管理機能（登録・検索・変更・削除）</a:t>
            </a:r>
            <a:endParaRPr lang="en-US" altLang="ja-JP" dirty="0"/>
          </a:p>
          <a:p>
            <a:pPr lvl="1">
              <a:lnSpc>
                <a:spcPct val="100000"/>
              </a:lnSpc>
            </a:pPr>
            <a:r>
              <a:rPr lang="ja-JP" altLang="en-US" dirty="0"/>
              <a:t>ユーザ登録・ログイン機能を備え、認証済ユーザが利用可能</a:t>
            </a:r>
            <a:endParaRPr lang="en-US" altLang="ja-JP" dirty="0"/>
          </a:p>
          <a:p>
            <a:pPr lvl="1">
              <a:lnSpc>
                <a:spcPct val="100000"/>
              </a:lnSpc>
            </a:pPr>
            <a:endParaRPr lang="en-US" altLang="ja-JP" dirty="0"/>
          </a:p>
          <a:p>
            <a:pPr lvl="1">
              <a:lnSpc>
                <a:spcPct val="100000"/>
              </a:lnSpc>
            </a:pPr>
            <a:endParaRPr lang="en-US" altLang="ja-JP" dirty="0"/>
          </a:p>
          <a:p>
            <a:pPr>
              <a:lnSpc>
                <a:spcPct val="100000"/>
              </a:lnSpc>
              <a:buFont typeface="Wingdings" panose="05000000000000000000" pitchFamily="2" charset="2"/>
              <a:buChar char="n"/>
            </a:pPr>
            <a:r>
              <a:rPr lang="ja-JP" altLang="en-US" dirty="0"/>
              <a:t>実装できた機能</a:t>
            </a:r>
            <a:endParaRPr lang="en-US" altLang="ja-JP" dirty="0"/>
          </a:p>
          <a:p>
            <a:pPr lvl="1">
              <a:lnSpc>
                <a:spcPct val="100000"/>
              </a:lnSpc>
            </a:pPr>
            <a:r>
              <a:rPr lang="ja-JP" altLang="en-US" dirty="0"/>
              <a:t>ユーザ認証機能</a:t>
            </a:r>
            <a:endParaRPr lang="en-US" altLang="ja-JP" dirty="0"/>
          </a:p>
          <a:p>
            <a:pPr lvl="1">
              <a:lnSpc>
                <a:spcPct val="100000"/>
              </a:lnSpc>
            </a:pPr>
            <a:endParaRPr lang="en-US" altLang="ja-JP" dirty="0"/>
          </a:p>
          <a:p>
            <a:pPr>
              <a:lnSpc>
                <a:spcPct val="100000"/>
              </a:lnSpc>
              <a:buFont typeface="Wingdings" panose="05000000000000000000" pitchFamily="2" charset="2"/>
              <a:buChar char="n"/>
            </a:pPr>
            <a:endParaRPr lang="en-US" altLang="ja-JP" sz="2400" dirty="0"/>
          </a:p>
        </p:txBody>
      </p:sp>
      <p:sp>
        <p:nvSpPr>
          <p:cNvPr id="4" name="スライド番号プレースホルダー 3">
            <a:extLst>
              <a:ext uri="{FF2B5EF4-FFF2-40B4-BE49-F238E27FC236}">
                <a16:creationId xmlns:a16="http://schemas.microsoft.com/office/drawing/2014/main" id="{86F37285-5150-0883-17FA-3B37061D85B1}"/>
              </a:ext>
            </a:extLst>
          </p:cNvPr>
          <p:cNvSpPr>
            <a:spLocks noGrp="1"/>
          </p:cNvSpPr>
          <p:nvPr>
            <p:ph type="sldNum" sz="quarter" idx="12"/>
          </p:nvPr>
        </p:nvSpPr>
        <p:spPr/>
        <p:txBody>
          <a:bodyPr/>
          <a:lstStyle/>
          <a:p>
            <a:fld id="{00D2F285-7DC3-4F9C-8E53-6893EECBFE42}" type="slidenum">
              <a:rPr kumimoji="1" lang="ja-JP" altLang="en-US" smtClean="0"/>
              <a:t>3</a:t>
            </a:fld>
            <a:endParaRPr kumimoji="1" lang="ja-JP" altLang="en-US"/>
          </a:p>
        </p:txBody>
      </p:sp>
    </p:spTree>
    <p:extLst>
      <p:ext uri="{BB962C8B-B14F-4D97-AF65-F5344CB8AC3E}">
        <p14:creationId xmlns:p14="http://schemas.microsoft.com/office/powerpoint/2010/main" val="22740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二等辺三角形 27">
            <a:extLst>
              <a:ext uri="{FF2B5EF4-FFF2-40B4-BE49-F238E27FC236}">
                <a16:creationId xmlns:a16="http://schemas.microsoft.com/office/drawing/2014/main" id="{C4163B7D-B612-C255-96C9-03AB4C16F737}"/>
              </a:ext>
            </a:extLst>
          </p:cNvPr>
          <p:cNvSpPr/>
          <p:nvPr/>
        </p:nvSpPr>
        <p:spPr>
          <a:xfrm rot="14135497">
            <a:off x="9150645" y="5658278"/>
            <a:ext cx="516270" cy="605542"/>
          </a:xfrm>
          <a:prstGeom prst="triangle">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四角形: 角を丸くする 26">
            <a:extLst>
              <a:ext uri="{FF2B5EF4-FFF2-40B4-BE49-F238E27FC236}">
                <a16:creationId xmlns:a16="http://schemas.microsoft.com/office/drawing/2014/main" id="{CB23E4AD-716B-1D21-FFB4-D9F2C7BEC6E3}"/>
              </a:ext>
            </a:extLst>
          </p:cNvPr>
          <p:cNvSpPr/>
          <p:nvPr/>
        </p:nvSpPr>
        <p:spPr>
          <a:xfrm>
            <a:off x="9396099" y="5414774"/>
            <a:ext cx="1858335" cy="1045320"/>
          </a:xfrm>
          <a:prstGeom prst="roundRect">
            <a:avLst>
              <a:gd name="adj" fmla="val 6746"/>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1">
            <a:extLst>
              <a:ext uri="{FF2B5EF4-FFF2-40B4-BE49-F238E27FC236}">
                <a16:creationId xmlns:a16="http://schemas.microsoft.com/office/drawing/2014/main" id="{D2B47E34-F0E0-2E1A-E065-C5BBA5EEDF54}"/>
              </a:ext>
            </a:extLst>
          </p:cNvPr>
          <p:cNvSpPr>
            <a:spLocks noGrp="1"/>
          </p:cNvSpPr>
          <p:nvPr>
            <p:ph type="title"/>
          </p:nvPr>
        </p:nvSpPr>
        <p:spPr/>
        <p:txBody>
          <a:bodyPr/>
          <a:lstStyle/>
          <a:p>
            <a:r>
              <a:rPr lang="ja-JP" altLang="en-US" dirty="0"/>
              <a:t>印象に残った学び①</a:t>
            </a:r>
            <a:endParaRPr kumimoji="1" lang="ja-JP" altLang="en-US" dirty="0"/>
          </a:p>
        </p:txBody>
      </p:sp>
      <p:sp>
        <p:nvSpPr>
          <p:cNvPr id="4" name="スライド番号プレースホルダー 3">
            <a:extLst>
              <a:ext uri="{FF2B5EF4-FFF2-40B4-BE49-F238E27FC236}">
                <a16:creationId xmlns:a16="http://schemas.microsoft.com/office/drawing/2014/main" id="{5C3A6A21-AB5B-9B07-40EB-D6DBFF19FEB3}"/>
              </a:ext>
            </a:extLst>
          </p:cNvPr>
          <p:cNvSpPr>
            <a:spLocks noGrp="1"/>
          </p:cNvSpPr>
          <p:nvPr>
            <p:ph type="sldNum" sz="quarter" idx="12"/>
          </p:nvPr>
        </p:nvSpPr>
        <p:spPr/>
        <p:txBody>
          <a:bodyPr/>
          <a:lstStyle/>
          <a:p>
            <a:fld id="{00D2F285-7DC3-4F9C-8E53-6893EECBFE42}" type="slidenum">
              <a:rPr kumimoji="1" lang="ja-JP" altLang="en-US" smtClean="0"/>
              <a:t>4</a:t>
            </a:fld>
            <a:endParaRPr kumimoji="1" lang="ja-JP" altLang="en-US"/>
          </a:p>
        </p:txBody>
      </p:sp>
      <p:sp>
        <p:nvSpPr>
          <p:cNvPr id="5" name="テキスト ボックス 4">
            <a:extLst>
              <a:ext uri="{FF2B5EF4-FFF2-40B4-BE49-F238E27FC236}">
                <a16:creationId xmlns:a16="http://schemas.microsoft.com/office/drawing/2014/main" id="{B177516D-5EFE-ABB3-6691-540D8EFE2473}"/>
              </a:ext>
            </a:extLst>
          </p:cNvPr>
          <p:cNvSpPr txBox="1"/>
          <p:nvPr/>
        </p:nvSpPr>
        <p:spPr>
          <a:xfrm>
            <a:off x="781492" y="1193082"/>
            <a:ext cx="2727252" cy="523220"/>
          </a:xfrm>
          <a:prstGeom prst="rect">
            <a:avLst/>
          </a:prstGeom>
          <a:noFill/>
        </p:spPr>
        <p:txBody>
          <a:bodyPr wrap="square" rtlCol="0">
            <a:spAutoFit/>
          </a:bodyPr>
          <a:lstStyle/>
          <a:p>
            <a:pPr marL="342900" indent="-342900">
              <a:buFont typeface="Wingdings" panose="05000000000000000000" pitchFamily="2" charset="2"/>
              <a:buChar char="n"/>
            </a:pPr>
            <a:r>
              <a:rPr kumimoji="1" lang="en-US" altLang="ja-JP" sz="2800" dirty="0"/>
              <a:t>DDD</a:t>
            </a:r>
            <a:r>
              <a:rPr lang="ja-JP" altLang="en-US" sz="2800" dirty="0"/>
              <a:t>の役割</a:t>
            </a:r>
            <a:endParaRPr kumimoji="1" lang="en-US" altLang="ja-JP" sz="2800" dirty="0"/>
          </a:p>
        </p:txBody>
      </p:sp>
      <p:sp>
        <p:nvSpPr>
          <p:cNvPr id="6" name="四角形: 角を丸くする 5">
            <a:extLst>
              <a:ext uri="{FF2B5EF4-FFF2-40B4-BE49-F238E27FC236}">
                <a16:creationId xmlns:a16="http://schemas.microsoft.com/office/drawing/2014/main" id="{E9976947-1885-C51E-0617-081B81A4C64E}"/>
              </a:ext>
            </a:extLst>
          </p:cNvPr>
          <p:cNvSpPr/>
          <p:nvPr/>
        </p:nvSpPr>
        <p:spPr>
          <a:xfrm>
            <a:off x="838200" y="1716302"/>
            <a:ext cx="10515600" cy="1413587"/>
          </a:xfrm>
          <a:prstGeom prst="roundRect">
            <a:avLst>
              <a:gd name="adj" fmla="val 6746"/>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ボックス 6">
            <a:extLst>
              <a:ext uri="{FF2B5EF4-FFF2-40B4-BE49-F238E27FC236}">
                <a16:creationId xmlns:a16="http://schemas.microsoft.com/office/drawing/2014/main" id="{CB1A3135-0BB3-A51E-9BC6-912622033543}"/>
              </a:ext>
            </a:extLst>
          </p:cNvPr>
          <p:cNvSpPr txBox="1"/>
          <p:nvPr/>
        </p:nvSpPr>
        <p:spPr>
          <a:xfrm>
            <a:off x="1010093" y="2007597"/>
            <a:ext cx="9803219" cy="830997"/>
          </a:xfrm>
          <a:prstGeom prst="rect">
            <a:avLst/>
          </a:prstGeom>
          <a:noFill/>
        </p:spPr>
        <p:txBody>
          <a:bodyPr wrap="square" rtlCol="0">
            <a:spAutoFit/>
          </a:bodyPr>
          <a:lstStyle/>
          <a:p>
            <a:r>
              <a:rPr kumimoji="1" lang="ja-JP" altLang="en-US" sz="2400" dirty="0">
                <a:solidFill>
                  <a:schemeClr val="bg1"/>
                </a:solidFill>
              </a:rPr>
              <a:t>保守性と拡張性を高めるためにクラスの責務を適切に集約または分散させること</a:t>
            </a:r>
          </a:p>
        </p:txBody>
      </p:sp>
      <p:sp>
        <p:nvSpPr>
          <p:cNvPr id="9" name="テキスト ボックス 8">
            <a:extLst>
              <a:ext uri="{FF2B5EF4-FFF2-40B4-BE49-F238E27FC236}">
                <a16:creationId xmlns:a16="http://schemas.microsoft.com/office/drawing/2014/main" id="{5D59A58A-292D-48D8-6779-C3C54003B0E7}"/>
              </a:ext>
            </a:extLst>
          </p:cNvPr>
          <p:cNvSpPr txBox="1"/>
          <p:nvPr/>
        </p:nvSpPr>
        <p:spPr>
          <a:xfrm>
            <a:off x="781491" y="3429000"/>
            <a:ext cx="9882965" cy="461665"/>
          </a:xfrm>
          <a:prstGeom prst="rect">
            <a:avLst/>
          </a:prstGeom>
          <a:noFill/>
        </p:spPr>
        <p:txBody>
          <a:bodyPr wrap="square" rtlCol="0">
            <a:spAutoFit/>
          </a:bodyPr>
          <a:lstStyle/>
          <a:p>
            <a:r>
              <a:rPr lang="ja-JP" altLang="en-US" sz="2400" dirty="0"/>
              <a:t>（例）</a:t>
            </a:r>
            <a:r>
              <a:rPr lang="en-US" altLang="ja-JP" sz="2400" dirty="0"/>
              <a:t>User</a:t>
            </a:r>
            <a:r>
              <a:rPr lang="ja-JP" altLang="en-US" sz="2400" dirty="0"/>
              <a:t>登録および更新における</a:t>
            </a:r>
            <a:r>
              <a:rPr lang="en-US" altLang="ja-JP" sz="2400" dirty="0"/>
              <a:t>Name</a:t>
            </a:r>
            <a:r>
              <a:rPr lang="ja-JP" altLang="en-US" sz="2400" dirty="0"/>
              <a:t>のルールを変更する場合</a:t>
            </a:r>
            <a:endParaRPr kumimoji="1" lang="ja-JP" altLang="en-US" sz="2400" dirty="0"/>
          </a:p>
        </p:txBody>
      </p:sp>
      <p:graphicFrame>
        <p:nvGraphicFramePr>
          <p:cNvPr id="10" name="表 9">
            <a:extLst>
              <a:ext uri="{FF2B5EF4-FFF2-40B4-BE49-F238E27FC236}">
                <a16:creationId xmlns:a16="http://schemas.microsoft.com/office/drawing/2014/main" id="{13C5E172-CA1D-EBAE-DE9C-DB4604326479}"/>
              </a:ext>
            </a:extLst>
          </p:cNvPr>
          <p:cNvGraphicFramePr>
            <a:graphicFrameLocks noGrp="1"/>
          </p:cNvGraphicFramePr>
          <p:nvPr>
            <p:extLst>
              <p:ext uri="{D42A27DB-BD31-4B8C-83A1-F6EECF244321}">
                <p14:modId xmlns:p14="http://schemas.microsoft.com/office/powerpoint/2010/main" val="1953165306"/>
              </p:ext>
            </p:extLst>
          </p:nvPr>
        </p:nvGraphicFramePr>
        <p:xfrm>
          <a:off x="1776818" y="5974271"/>
          <a:ext cx="1806354" cy="741680"/>
        </p:xfrm>
        <a:graphic>
          <a:graphicData uri="http://schemas.openxmlformats.org/drawingml/2006/table">
            <a:tbl>
              <a:tblPr firstRow="1" bandRow="1">
                <a:tableStyleId>{073A0DAA-6AF3-43AB-8588-CEC1D06C72B9}</a:tableStyleId>
              </a:tblPr>
              <a:tblGrid>
                <a:gridCol w="1806354">
                  <a:extLst>
                    <a:ext uri="{9D8B030D-6E8A-4147-A177-3AD203B41FA5}">
                      <a16:colId xmlns:a16="http://schemas.microsoft.com/office/drawing/2014/main" val="934171489"/>
                    </a:ext>
                  </a:extLst>
                </a:gridCol>
              </a:tblGrid>
              <a:tr h="370840">
                <a:tc>
                  <a:txBody>
                    <a:bodyPr/>
                    <a:lstStyle/>
                    <a:p>
                      <a:pPr algn="ctr"/>
                      <a:r>
                        <a:rPr kumimoji="1" lang="en-US" altLang="ja-JP" dirty="0"/>
                        <a:t>User</a:t>
                      </a:r>
                      <a:endParaRPr kumimoji="1" lang="ja-JP" altLang="en-US" dirty="0"/>
                    </a:p>
                  </a:txBody>
                  <a:tcPr/>
                </a:tc>
                <a:extLst>
                  <a:ext uri="{0D108BD9-81ED-4DB2-BD59-A6C34878D82A}">
                    <a16:rowId xmlns:a16="http://schemas.microsoft.com/office/drawing/2014/main" val="3351575841"/>
                  </a:ext>
                </a:extLst>
              </a:tr>
              <a:tr h="370840">
                <a:tc>
                  <a:txBody>
                    <a:bodyPr/>
                    <a:lstStyle/>
                    <a:p>
                      <a:pPr algn="ctr"/>
                      <a:r>
                        <a:rPr kumimoji="1" lang="en-US" altLang="ja-JP" dirty="0"/>
                        <a:t>+Name</a:t>
                      </a:r>
                      <a:endParaRPr kumimoji="1" lang="ja-JP" altLang="en-US" dirty="0"/>
                    </a:p>
                  </a:txBody>
                  <a:tcPr/>
                </a:tc>
                <a:extLst>
                  <a:ext uri="{0D108BD9-81ED-4DB2-BD59-A6C34878D82A}">
                    <a16:rowId xmlns:a16="http://schemas.microsoft.com/office/drawing/2014/main" val="3828683086"/>
                  </a:ext>
                </a:extLst>
              </a:tr>
            </a:tbl>
          </a:graphicData>
        </a:graphic>
      </p:graphicFrame>
      <p:graphicFrame>
        <p:nvGraphicFramePr>
          <p:cNvPr id="11" name="表 10">
            <a:extLst>
              <a:ext uri="{FF2B5EF4-FFF2-40B4-BE49-F238E27FC236}">
                <a16:creationId xmlns:a16="http://schemas.microsoft.com/office/drawing/2014/main" id="{4B2406BD-18DD-B706-080C-2F434CFFC4E0}"/>
              </a:ext>
            </a:extLst>
          </p:cNvPr>
          <p:cNvGraphicFramePr>
            <a:graphicFrameLocks noGrp="1"/>
          </p:cNvGraphicFramePr>
          <p:nvPr>
            <p:extLst>
              <p:ext uri="{D42A27DB-BD31-4B8C-83A1-F6EECF244321}">
                <p14:modId xmlns:p14="http://schemas.microsoft.com/office/powerpoint/2010/main" val="3747238963"/>
              </p:ext>
            </p:extLst>
          </p:nvPr>
        </p:nvGraphicFramePr>
        <p:xfrm>
          <a:off x="1776818" y="4047364"/>
          <a:ext cx="1806354" cy="1381760"/>
        </p:xfrm>
        <a:graphic>
          <a:graphicData uri="http://schemas.openxmlformats.org/drawingml/2006/table">
            <a:tbl>
              <a:tblPr firstRow="1" bandRow="1">
                <a:tableStyleId>{073A0DAA-6AF3-43AB-8588-CEC1D06C72B9}</a:tableStyleId>
              </a:tblPr>
              <a:tblGrid>
                <a:gridCol w="1806354">
                  <a:extLst>
                    <a:ext uri="{9D8B030D-6E8A-4147-A177-3AD203B41FA5}">
                      <a16:colId xmlns:a16="http://schemas.microsoft.com/office/drawing/2014/main" val="934171489"/>
                    </a:ext>
                  </a:extLst>
                </a:gridCol>
              </a:tblGrid>
              <a:tr h="0">
                <a:tc>
                  <a:txBody>
                    <a:bodyPr/>
                    <a:lstStyle/>
                    <a:p>
                      <a:pPr algn="ctr"/>
                      <a:r>
                        <a:rPr kumimoji="1" lang="en-US" altLang="ja-JP" dirty="0" err="1"/>
                        <a:t>UserRegister</a:t>
                      </a:r>
                      <a:endParaRPr kumimoji="1" lang="en-US" altLang="ja-JP" dirty="0"/>
                    </a:p>
                    <a:p>
                      <a:pPr algn="ctr"/>
                      <a:r>
                        <a:rPr kumimoji="1" lang="en-US" altLang="ja-JP" dirty="0" err="1"/>
                        <a:t>Usercase</a:t>
                      </a:r>
                      <a:endParaRPr kumimoji="1" lang="ja-JP" altLang="en-US" dirty="0"/>
                    </a:p>
                  </a:txBody>
                  <a:tcPr/>
                </a:tc>
                <a:extLst>
                  <a:ext uri="{0D108BD9-81ED-4DB2-BD59-A6C34878D82A}">
                    <a16:rowId xmlns:a16="http://schemas.microsoft.com/office/drawing/2014/main" val="3351575841"/>
                  </a:ext>
                </a:extLst>
              </a:tr>
              <a:tr h="370840">
                <a:tc>
                  <a:txBody>
                    <a:bodyPr/>
                    <a:lstStyle/>
                    <a:p>
                      <a:pPr algn="ctr"/>
                      <a:r>
                        <a:rPr kumimoji="1" lang="en-US" altLang="ja-JP" dirty="0"/>
                        <a:t>+Register(User)</a:t>
                      </a:r>
                      <a:endParaRPr kumimoji="1" lang="ja-JP" altLang="en-US" dirty="0"/>
                    </a:p>
                  </a:txBody>
                  <a:tcPr/>
                </a:tc>
                <a:extLst>
                  <a:ext uri="{0D108BD9-81ED-4DB2-BD59-A6C34878D82A}">
                    <a16:rowId xmlns:a16="http://schemas.microsoft.com/office/drawing/2014/main" val="3828683086"/>
                  </a:ext>
                </a:extLst>
              </a:tr>
              <a:tr h="370840">
                <a:tc>
                  <a:txBody>
                    <a:bodyPr/>
                    <a:lstStyle/>
                    <a:p>
                      <a:pPr algn="ctr"/>
                      <a:r>
                        <a:rPr kumimoji="1" lang="en-US" altLang="ja-JP" dirty="0"/>
                        <a:t>+Validate(User)</a:t>
                      </a:r>
                      <a:endParaRPr kumimoji="1" lang="ja-JP" altLang="en-US" dirty="0"/>
                    </a:p>
                  </a:txBody>
                  <a:tcPr/>
                </a:tc>
                <a:extLst>
                  <a:ext uri="{0D108BD9-81ED-4DB2-BD59-A6C34878D82A}">
                    <a16:rowId xmlns:a16="http://schemas.microsoft.com/office/drawing/2014/main" val="1775649266"/>
                  </a:ext>
                </a:extLst>
              </a:tr>
            </a:tbl>
          </a:graphicData>
        </a:graphic>
      </p:graphicFrame>
      <p:graphicFrame>
        <p:nvGraphicFramePr>
          <p:cNvPr id="13" name="表 12">
            <a:extLst>
              <a:ext uri="{FF2B5EF4-FFF2-40B4-BE49-F238E27FC236}">
                <a16:creationId xmlns:a16="http://schemas.microsoft.com/office/drawing/2014/main" id="{790FFE07-5ADA-A128-9BCD-215FE99C7DFA}"/>
              </a:ext>
            </a:extLst>
          </p:cNvPr>
          <p:cNvGraphicFramePr>
            <a:graphicFrameLocks noGrp="1"/>
          </p:cNvGraphicFramePr>
          <p:nvPr>
            <p:extLst>
              <p:ext uri="{D42A27DB-BD31-4B8C-83A1-F6EECF244321}">
                <p14:modId xmlns:p14="http://schemas.microsoft.com/office/powerpoint/2010/main" val="3089939747"/>
              </p:ext>
            </p:extLst>
          </p:nvPr>
        </p:nvGraphicFramePr>
        <p:xfrm>
          <a:off x="3871432" y="4047364"/>
          <a:ext cx="1806354" cy="1381760"/>
        </p:xfrm>
        <a:graphic>
          <a:graphicData uri="http://schemas.openxmlformats.org/drawingml/2006/table">
            <a:tbl>
              <a:tblPr firstRow="1" bandRow="1">
                <a:tableStyleId>{073A0DAA-6AF3-43AB-8588-CEC1D06C72B9}</a:tableStyleId>
              </a:tblPr>
              <a:tblGrid>
                <a:gridCol w="1806354">
                  <a:extLst>
                    <a:ext uri="{9D8B030D-6E8A-4147-A177-3AD203B41FA5}">
                      <a16:colId xmlns:a16="http://schemas.microsoft.com/office/drawing/2014/main" val="934171489"/>
                    </a:ext>
                  </a:extLst>
                </a:gridCol>
              </a:tblGrid>
              <a:tr h="0">
                <a:tc>
                  <a:txBody>
                    <a:bodyPr/>
                    <a:lstStyle/>
                    <a:p>
                      <a:pPr algn="ctr"/>
                      <a:r>
                        <a:rPr kumimoji="1" lang="en-US" altLang="ja-JP" dirty="0" err="1"/>
                        <a:t>UserUpdate</a:t>
                      </a:r>
                      <a:endParaRPr kumimoji="1" lang="en-US" altLang="ja-JP" dirty="0"/>
                    </a:p>
                    <a:p>
                      <a:pPr algn="ctr"/>
                      <a:r>
                        <a:rPr kumimoji="1" lang="en-US" altLang="ja-JP" dirty="0" err="1"/>
                        <a:t>Usercase</a:t>
                      </a:r>
                      <a:endParaRPr kumimoji="1" lang="ja-JP" altLang="en-US" dirty="0"/>
                    </a:p>
                  </a:txBody>
                  <a:tcPr/>
                </a:tc>
                <a:extLst>
                  <a:ext uri="{0D108BD9-81ED-4DB2-BD59-A6C34878D82A}">
                    <a16:rowId xmlns:a16="http://schemas.microsoft.com/office/drawing/2014/main" val="3351575841"/>
                  </a:ext>
                </a:extLst>
              </a:tr>
              <a:tr h="370840">
                <a:tc>
                  <a:txBody>
                    <a:bodyPr/>
                    <a:lstStyle/>
                    <a:p>
                      <a:pPr algn="ctr"/>
                      <a:r>
                        <a:rPr kumimoji="1" lang="en-US" altLang="ja-JP" dirty="0"/>
                        <a:t>+Update(User)</a:t>
                      </a:r>
                      <a:endParaRPr kumimoji="1" lang="ja-JP" altLang="en-US" dirty="0"/>
                    </a:p>
                  </a:txBody>
                  <a:tcPr/>
                </a:tc>
                <a:extLst>
                  <a:ext uri="{0D108BD9-81ED-4DB2-BD59-A6C34878D82A}">
                    <a16:rowId xmlns:a16="http://schemas.microsoft.com/office/drawing/2014/main" val="3828683086"/>
                  </a:ext>
                </a:extLst>
              </a:tr>
              <a:tr h="370840">
                <a:tc>
                  <a:txBody>
                    <a:bodyPr/>
                    <a:lstStyle/>
                    <a:p>
                      <a:pPr algn="ctr"/>
                      <a:r>
                        <a:rPr kumimoji="1" lang="en-US" altLang="ja-JP" dirty="0"/>
                        <a:t>+Validate(User)</a:t>
                      </a:r>
                      <a:endParaRPr kumimoji="1" lang="ja-JP" altLang="en-US" dirty="0"/>
                    </a:p>
                  </a:txBody>
                  <a:tcPr/>
                </a:tc>
                <a:extLst>
                  <a:ext uri="{0D108BD9-81ED-4DB2-BD59-A6C34878D82A}">
                    <a16:rowId xmlns:a16="http://schemas.microsoft.com/office/drawing/2014/main" val="1775649266"/>
                  </a:ext>
                </a:extLst>
              </a:tr>
            </a:tbl>
          </a:graphicData>
        </a:graphic>
      </p:graphicFrame>
      <p:graphicFrame>
        <p:nvGraphicFramePr>
          <p:cNvPr id="14" name="表 13">
            <a:extLst>
              <a:ext uri="{FF2B5EF4-FFF2-40B4-BE49-F238E27FC236}">
                <a16:creationId xmlns:a16="http://schemas.microsoft.com/office/drawing/2014/main" id="{FC7C35BE-7625-13B5-4261-613828F276A6}"/>
              </a:ext>
            </a:extLst>
          </p:cNvPr>
          <p:cNvGraphicFramePr>
            <a:graphicFrameLocks noGrp="1"/>
          </p:cNvGraphicFramePr>
          <p:nvPr>
            <p:extLst>
              <p:ext uri="{D42A27DB-BD31-4B8C-83A1-F6EECF244321}">
                <p14:modId xmlns:p14="http://schemas.microsoft.com/office/powerpoint/2010/main" val="2833762986"/>
              </p:ext>
            </p:extLst>
          </p:nvPr>
        </p:nvGraphicFramePr>
        <p:xfrm>
          <a:off x="6997404" y="5603885"/>
          <a:ext cx="1806354" cy="1112520"/>
        </p:xfrm>
        <a:graphic>
          <a:graphicData uri="http://schemas.openxmlformats.org/drawingml/2006/table">
            <a:tbl>
              <a:tblPr firstRow="1" bandRow="1">
                <a:tableStyleId>{073A0DAA-6AF3-43AB-8588-CEC1D06C72B9}</a:tableStyleId>
              </a:tblPr>
              <a:tblGrid>
                <a:gridCol w="1806354">
                  <a:extLst>
                    <a:ext uri="{9D8B030D-6E8A-4147-A177-3AD203B41FA5}">
                      <a16:colId xmlns:a16="http://schemas.microsoft.com/office/drawing/2014/main" val="934171489"/>
                    </a:ext>
                  </a:extLst>
                </a:gridCol>
              </a:tblGrid>
              <a:tr h="370840">
                <a:tc>
                  <a:txBody>
                    <a:bodyPr/>
                    <a:lstStyle/>
                    <a:p>
                      <a:pPr algn="ctr"/>
                      <a:r>
                        <a:rPr kumimoji="1" lang="en-US" altLang="ja-JP" dirty="0"/>
                        <a:t>User</a:t>
                      </a:r>
                      <a:endParaRPr kumimoji="1" lang="ja-JP" altLang="en-US" dirty="0"/>
                    </a:p>
                  </a:txBody>
                  <a:tcPr/>
                </a:tc>
                <a:extLst>
                  <a:ext uri="{0D108BD9-81ED-4DB2-BD59-A6C34878D82A}">
                    <a16:rowId xmlns:a16="http://schemas.microsoft.com/office/drawing/2014/main" val="3351575841"/>
                  </a:ext>
                </a:extLst>
              </a:tr>
              <a:tr h="370840">
                <a:tc>
                  <a:txBody>
                    <a:bodyPr/>
                    <a:lstStyle/>
                    <a:p>
                      <a:pPr algn="ctr"/>
                      <a:r>
                        <a:rPr kumimoji="1" lang="en-US" altLang="ja-JP" dirty="0"/>
                        <a:t>+Name</a:t>
                      </a:r>
                      <a:endParaRPr kumimoji="1" lang="ja-JP" altLang="en-US" dirty="0"/>
                    </a:p>
                  </a:txBody>
                  <a:tcPr/>
                </a:tc>
                <a:extLst>
                  <a:ext uri="{0D108BD9-81ED-4DB2-BD59-A6C34878D82A}">
                    <a16:rowId xmlns:a16="http://schemas.microsoft.com/office/drawing/2014/main" val="3828683086"/>
                  </a:ext>
                </a:extLst>
              </a:tr>
              <a:tr h="370840">
                <a:tc>
                  <a:txBody>
                    <a:bodyPr/>
                    <a:lstStyle/>
                    <a:p>
                      <a:pPr algn="ctr"/>
                      <a:r>
                        <a:rPr kumimoji="1" lang="en-US" altLang="ja-JP" dirty="0"/>
                        <a:t>+Validate(Name)</a:t>
                      </a:r>
                      <a:endParaRPr kumimoji="1" lang="ja-JP" altLang="en-US" dirty="0"/>
                    </a:p>
                  </a:txBody>
                  <a:tcPr/>
                </a:tc>
                <a:extLst>
                  <a:ext uri="{0D108BD9-81ED-4DB2-BD59-A6C34878D82A}">
                    <a16:rowId xmlns:a16="http://schemas.microsoft.com/office/drawing/2014/main" val="1011014828"/>
                  </a:ext>
                </a:extLst>
              </a:tr>
            </a:tbl>
          </a:graphicData>
        </a:graphic>
      </p:graphicFrame>
      <p:graphicFrame>
        <p:nvGraphicFramePr>
          <p:cNvPr id="15" name="表 14">
            <a:extLst>
              <a:ext uri="{FF2B5EF4-FFF2-40B4-BE49-F238E27FC236}">
                <a16:creationId xmlns:a16="http://schemas.microsoft.com/office/drawing/2014/main" id="{DCCD1BA9-AF97-796D-D991-36C363A98A00}"/>
              </a:ext>
            </a:extLst>
          </p:cNvPr>
          <p:cNvGraphicFramePr>
            <a:graphicFrameLocks noGrp="1"/>
          </p:cNvGraphicFramePr>
          <p:nvPr>
            <p:extLst>
              <p:ext uri="{D42A27DB-BD31-4B8C-83A1-F6EECF244321}">
                <p14:modId xmlns:p14="http://schemas.microsoft.com/office/powerpoint/2010/main" val="4273321368"/>
              </p:ext>
            </p:extLst>
          </p:nvPr>
        </p:nvGraphicFramePr>
        <p:xfrm>
          <a:off x="6997404" y="4047364"/>
          <a:ext cx="1806354" cy="1010920"/>
        </p:xfrm>
        <a:graphic>
          <a:graphicData uri="http://schemas.openxmlformats.org/drawingml/2006/table">
            <a:tbl>
              <a:tblPr firstRow="1" bandRow="1">
                <a:tableStyleId>{073A0DAA-6AF3-43AB-8588-CEC1D06C72B9}</a:tableStyleId>
              </a:tblPr>
              <a:tblGrid>
                <a:gridCol w="1806354">
                  <a:extLst>
                    <a:ext uri="{9D8B030D-6E8A-4147-A177-3AD203B41FA5}">
                      <a16:colId xmlns:a16="http://schemas.microsoft.com/office/drawing/2014/main" val="934171489"/>
                    </a:ext>
                  </a:extLst>
                </a:gridCol>
              </a:tblGrid>
              <a:tr h="0">
                <a:tc>
                  <a:txBody>
                    <a:bodyPr/>
                    <a:lstStyle/>
                    <a:p>
                      <a:pPr algn="ctr"/>
                      <a:r>
                        <a:rPr kumimoji="1" lang="en-US" altLang="ja-JP" dirty="0" err="1"/>
                        <a:t>UserRegister</a:t>
                      </a:r>
                      <a:endParaRPr kumimoji="1" lang="en-US" altLang="ja-JP" dirty="0"/>
                    </a:p>
                    <a:p>
                      <a:pPr algn="ctr"/>
                      <a:r>
                        <a:rPr kumimoji="1" lang="en-US" altLang="ja-JP" dirty="0" err="1"/>
                        <a:t>Usercase</a:t>
                      </a:r>
                      <a:endParaRPr kumimoji="1" lang="ja-JP" altLang="en-US" dirty="0"/>
                    </a:p>
                  </a:txBody>
                  <a:tcPr/>
                </a:tc>
                <a:extLst>
                  <a:ext uri="{0D108BD9-81ED-4DB2-BD59-A6C34878D82A}">
                    <a16:rowId xmlns:a16="http://schemas.microsoft.com/office/drawing/2014/main" val="3351575841"/>
                  </a:ext>
                </a:extLst>
              </a:tr>
              <a:tr h="370840">
                <a:tc>
                  <a:txBody>
                    <a:bodyPr/>
                    <a:lstStyle/>
                    <a:p>
                      <a:pPr algn="ctr"/>
                      <a:r>
                        <a:rPr kumimoji="1" lang="en-US" altLang="ja-JP" dirty="0"/>
                        <a:t>+Register(User)</a:t>
                      </a:r>
                      <a:endParaRPr kumimoji="1" lang="ja-JP" altLang="en-US" dirty="0"/>
                    </a:p>
                  </a:txBody>
                  <a:tcPr/>
                </a:tc>
                <a:extLst>
                  <a:ext uri="{0D108BD9-81ED-4DB2-BD59-A6C34878D82A}">
                    <a16:rowId xmlns:a16="http://schemas.microsoft.com/office/drawing/2014/main" val="3828683086"/>
                  </a:ext>
                </a:extLst>
              </a:tr>
            </a:tbl>
          </a:graphicData>
        </a:graphic>
      </p:graphicFrame>
      <p:graphicFrame>
        <p:nvGraphicFramePr>
          <p:cNvPr id="16" name="表 15">
            <a:extLst>
              <a:ext uri="{FF2B5EF4-FFF2-40B4-BE49-F238E27FC236}">
                <a16:creationId xmlns:a16="http://schemas.microsoft.com/office/drawing/2014/main" id="{0FD789D8-74E7-44E3-07F4-0BB056E3A28B}"/>
              </a:ext>
            </a:extLst>
          </p:cNvPr>
          <p:cNvGraphicFramePr>
            <a:graphicFrameLocks noGrp="1"/>
          </p:cNvGraphicFramePr>
          <p:nvPr>
            <p:extLst>
              <p:ext uri="{D42A27DB-BD31-4B8C-83A1-F6EECF244321}">
                <p14:modId xmlns:p14="http://schemas.microsoft.com/office/powerpoint/2010/main" val="3454427204"/>
              </p:ext>
            </p:extLst>
          </p:nvPr>
        </p:nvGraphicFramePr>
        <p:xfrm>
          <a:off x="9092018" y="4047364"/>
          <a:ext cx="1806354" cy="1010920"/>
        </p:xfrm>
        <a:graphic>
          <a:graphicData uri="http://schemas.openxmlformats.org/drawingml/2006/table">
            <a:tbl>
              <a:tblPr firstRow="1" bandRow="1">
                <a:tableStyleId>{073A0DAA-6AF3-43AB-8588-CEC1D06C72B9}</a:tableStyleId>
              </a:tblPr>
              <a:tblGrid>
                <a:gridCol w="1806354">
                  <a:extLst>
                    <a:ext uri="{9D8B030D-6E8A-4147-A177-3AD203B41FA5}">
                      <a16:colId xmlns:a16="http://schemas.microsoft.com/office/drawing/2014/main" val="934171489"/>
                    </a:ext>
                  </a:extLst>
                </a:gridCol>
              </a:tblGrid>
              <a:tr h="0">
                <a:tc>
                  <a:txBody>
                    <a:bodyPr/>
                    <a:lstStyle/>
                    <a:p>
                      <a:pPr algn="ctr"/>
                      <a:r>
                        <a:rPr kumimoji="1" lang="en-US" altLang="ja-JP" dirty="0" err="1"/>
                        <a:t>UserUpdate</a:t>
                      </a:r>
                      <a:endParaRPr kumimoji="1" lang="en-US" altLang="ja-JP" dirty="0"/>
                    </a:p>
                    <a:p>
                      <a:pPr algn="ctr"/>
                      <a:r>
                        <a:rPr kumimoji="1" lang="en-US" altLang="ja-JP" dirty="0" err="1"/>
                        <a:t>Usercase</a:t>
                      </a:r>
                      <a:endParaRPr kumimoji="1" lang="ja-JP" altLang="en-US" dirty="0"/>
                    </a:p>
                  </a:txBody>
                  <a:tcPr/>
                </a:tc>
                <a:extLst>
                  <a:ext uri="{0D108BD9-81ED-4DB2-BD59-A6C34878D82A}">
                    <a16:rowId xmlns:a16="http://schemas.microsoft.com/office/drawing/2014/main" val="3351575841"/>
                  </a:ext>
                </a:extLst>
              </a:tr>
              <a:tr h="370840">
                <a:tc>
                  <a:txBody>
                    <a:bodyPr/>
                    <a:lstStyle/>
                    <a:p>
                      <a:pPr algn="ctr"/>
                      <a:r>
                        <a:rPr kumimoji="1" lang="en-US" altLang="ja-JP" dirty="0"/>
                        <a:t>+Update(User)</a:t>
                      </a:r>
                      <a:endParaRPr kumimoji="1" lang="ja-JP" altLang="en-US" dirty="0"/>
                    </a:p>
                  </a:txBody>
                  <a:tcPr/>
                </a:tc>
                <a:extLst>
                  <a:ext uri="{0D108BD9-81ED-4DB2-BD59-A6C34878D82A}">
                    <a16:rowId xmlns:a16="http://schemas.microsoft.com/office/drawing/2014/main" val="3828683086"/>
                  </a:ext>
                </a:extLst>
              </a:tr>
            </a:tbl>
          </a:graphicData>
        </a:graphic>
      </p:graphicFrame>
      <p:sp>
        <p:nvSpPr>
          <p:cNvPr id="18" name="四角形: 角を丸くする 17">
            <a:extLst>
              <a:ext uri="{FF2B5EF4-FFF2-40B4-BE49-F238E27FC236}">
                <a16:creationId xmlns:a16="http://schemas.microsoft.com/office/drawing/2014/main" id="{FA31088D-00B8-8754-240A-B2117E774789}"/>
              </a:ext>
            </a:extLst>
          </p:cNvPr>
          <p:cNvSpPr/>
          <p:nvPr/>
        </p:nvSpPr>
        <p:spPr>
          <a:xfrm>
            <a:off x="1712432" y="5007748"/>
            <a:ext cx="1935125" cy="461665"/>
          </a:xfrm>
          <a:prstGeom prst="roundRect">
            <a:avLst>
              <a:gd name="adj" fmla="val 6746"/>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1" name="四角形: 角を丸くする 20">
            <a:extLst>
              <a:ext uri="{FF2B5EF4-FFF2-40B4-BE49-F238E27FC236}">
                <a16:creationId xmlns:a16="http://schemas.microsoft.com/office/drawing/2014/main" id="{352F5108-C737-21D1-30B2-F0814187738E}"/>
              </a:ext>
            </a:extLst>
          </p:cNvPr>
          <p:cNvSpPr/>
          <p:nvPr/>
        </p:nvSpPr>
        <p:spPr>
          <a:xfrm>
            <a:off x="3807046" y="5007748"/>
            <a:ext cx="1935125" cy="461665"/>
          </a:xfrm>
          <a:prstGeom prst="roundRect">
            <a:avLst>
              <a:gd name="adj" fmla="val 6746"/>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テキスト ボックス 21">
            <a:extLst>
              <a:ext uri="{FF2B5EF4-FFF2-40B4-BE49-F238E27FC236}">
                <a16:creationId xmlns:a16="http://schemas.microsoft.com/office/drawing/2014/main" id="{14CC43E9-528B-4DB5-3FBC-87A865878E7A}"/>
              </a:ext>
            </a:extLst>
          </p:cNvPr>
          <p:cNvSpPr txBox="1"/>
          <p:nvPr/>
        </p:nvSpPr>
        <p:spPr>
          <a:xfrm>
            <a:off x="1160129" y="4946193"/>
            <a:ext cx="914400" cy="584775"/>
          </a:xfrm>
          <a:prstGeom prst="rect">
            <a:avLst/>
          </a:prstGeom>
          <a:noFill/>
        </p:spPr>
        <p:txBody>
          <a:bodyPr wrap="square" rtlCol="0">
            <a:spAutoFit/>
          </a:bodyPr>
          <a:lstStyle/>
          <a:p>
            <a:r>
              <a:rPr lang="ja-JP" altLang="en-US" sz="3200" b="1" dirty="0">
                <a:solidFill>
                  <a:srgbClr val="C00000"/>
                </a:solidFill>
              </a:rPr>
              <a:t>①</a:t>
            </a:r>
            <a:endParaRPr kumimoji="1" lang="ja-JP" altLang="en-US" sz="3200" b="1" dirty="0">
              <a:solidFill>
                <a:srgbClr val="C00000"/>
              </a:solidFill>
            </a:endParaRPr>
          </a:p>
        </p:txBody>
      </p:sp>
      <p:sp>
        <p:nvSpPr>
          <p:cNvPr id="23" name="テキスト ボックス 22">
            <a:extLst>
              <a:ext uri="{FF2B5EF4-FFF2-40B4-BE49-F238E27FC236}">
                <a16:creationId xmlns:a16="http://schemas.microsoft.com/office/drawing/2014/main" id="{8AD07993-F96D-FFF7-D6BC-89C8866F50FC}"/>
              </a:ext>
            </a:extLst>
          </p:cNvPr>
          <p:cNvSpPr txBox="1"/>
          <p:nvPr/>
        </p:nvSpPr>
        <p:spPr>
          <a:xfrm>
            <a:off x="5677786" y="4946193"/>
            <a:ext cx="914400" cy="584775"/>
          </a:xfrm>
          <a:prstGeom prst="rect">
            <a:avLst/>
          </a:prstGeom>
          <a:noFill/>
        </p:spPr>
        <p:txBody>
          <a:bodyPr wrap="square" rtlCol="0">
            <a:spAutoFit/>
          </a:bodyPr>
          <a:lstStyle/>
          <a:p>
            <a:r>
              <a:rPr kumimoji="1" lang="ja-JP" altLang="en-US" sz="3200" b="1" dirty="0">
                <a:solidFill>
                  <a:srgbClr val="C00000"/>
                </a:solidFill>
              </a:rPr>
              <a:t>②</a:t>
            </a:r>
          </a:p>
        </p:txBody>
      </p:sp>
      <p:sp>
        <p:nvSpPr>
          <p:cNvPr id="24" name="四角形: 角を丸くする 23">
            <a:extLst>
              <a:ext uri="{FF2B5EF4-FFF2-40B4-BE49-F238E27FC236}">
                <a16:creationId xmlns:a16="http://schemas.microsoft.com/office/drawing/2014/main" id="{7F3598CB-8CEC-B9D8-715E-69DFAEE73E09}"/>
              </a:ext>
            </a:extLst>
          </p:cNvPr>
          <p:cNvSpPr/>
          <p:nvPr/>
        </p:nvSpPr>
        <p:spPr>
          <a:xfrm>
            <a:off x="6933018" y="6270982"/>
            <a:ext cx="1935125" cy="461665"/>
          </a:xfrm>
          <a:prstGeom prst="roundRect">
            <a:avLst>
              <a:gd name="adj" fmla="val 6746"/>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C7687EBE-0DE9-7092-3CA2-851F4851934A}"/>
              </a:ext>
            </a:extLst>
          </p:cNvPr>
          <p:cNvSpPr txBox="1"/>
          <p:nvPr/>
        </p:nvSpPr>
        <p:spPr>
          <a:xfrm>
            <a:off x="8803758" y="6209427"/>
            <a:ext cx="914400" cy="584775"/>
          </a:xfrm>
          <a:prstGeom prst="rect">
            <a:avLst/>
          </a:prstGeom>
          <a:noFill/>
        </p:spPr>
        <p:txBody>
          <a:bodyPr wrap="square" rtlCol="0">
            <a:spAutoFit/>
          </a:bodyPr>
          <a:lstStyle/>
          <a:p>
            <a:r>
              <a:rPr lang="ja-JP" altLang="en-US" sz="3200" b="1" dirty="0">
                <a:solidFill>
                  <a:srgbClr val="C00000"/>
                </a:solidFill>
              </a:rPr>
              <a:t>①</a:t>
            </a:r>
            <a:endParaRPr kumimoji="1" lang="ja-JP" altLang="en-US" sz="3200" b="1" dirty="0">
              <a:solidFill>
                <a:srgbClr val="C00000"/>
              </a:solidFill>
            </a:endParaRPr>
          </a:p>
        </p:txBody>
      </p:sp>
      <p:sp>
        <p:nvSpPr>
          <p:cNvPr id="26" name="テキスト ボックス 25">
            <a:extLst>
              <a:ext uri="{FF2B5EF4-FFF2-40B4-BE49-F238E27FC236}">
                <a16:creationId xmlns:a16="http://schemas.microsoft.com/office/drawing/2014/main" id="{952B84DA-D773-8928-4AC2-370DBF6CAB6B}"/>
              </a:ext>
            </a:extLst>
          </p:cNvPr>
          <p:cNvSpPr txBox="1"/>
          <p:nvPr/>
        </p:nvSpPr>
        <p:spPr>
          <a:xfrm>
            <a:off x="9334206" y="5574821"/>
            <a:ext cx="2012804" cy="707886"/>
          </a:xfrm>
          <a:prstGeom prst="rect">
            <a:avLst/>
          </a:prstGeom>
          <a:noFill/>
        </p:spPr>
        <p:txBody>
          <a:bodyPr wrap="square" rtlCol="0">
            <a:spAutoFit/>
          </a:bodyPr>
          <a:lstStyle/>
          <a:p>
            <a:pPr algn="ctr"/>
            <a:r>
              <a:rPr lang="ja-JP" altLang="en-US" sz="2000" dirty="0">
                <a:solidFill>
                  <a:schemeClr val="bg1"/>
                </a:solidFill>
              </a:rPr>
              <a:t>変更箇所が</a:t>
            </a:r>
            <a:endParaRPr lang="en-US" altLang="ja-JP" sz="2000" dirty="0">
              <a:solidFill>
                <a:schemeClr val="bg1"/>
              </a:solidFill>
            </a:endParaRPr>
          </a:p>
          <a:p>
            <a:pPr algn="ctr"/>
            <a:r>
              <a:rPr lang="ja-JP" altLang="en-US" sz="2000" dirty="0">
                <a:solidFill>
                  <a:schemeClr val="bg1"/>
                </a:solidFill>
              </a:rPr>
              <a:t>１つになる</a:t>
            </a:r>
            <a:endParaRPr kumimoji="1" lang="ja-JP" altLang="en-US" sz="2000" dirty="0">
              <a:solidFill>
                <a:schemeClr val="bg1"/>
              </a:solidFill>
            </a:endParaRPr>
          </a:p>
        </p:txBody>
      </p:sp>
      <p:sp>
        <p:nvSpPr>
          <p:cNvPr id="31" name="四角形: 角を丸くする 30">
            <a:extLst>
              <a:ext uri="{FF2B5EF4-FFF2-40B4-BE49-F238E27FC236}">
                <a16:creationId xmlns:a16="http://schemas.microsoft.com/office/drawing/2014/main" id="{9253C941-3476-0751-B0DF-AA248B8F0795}"/>
              </a:ext>
            </a:extLst>
          </p:cNvPr>
          <p:cNvSpPr/>
          <p:nvPr/>
        </p:nvSpPr>
        <p:spPr>
          <a:xfrm>
            <a:off x="10213077" y="3562792"/>
            <a:ext cx="209306" cy="224109"/>
          </a:xfrm>
          <a:prstGeom prst="roundRect">
            <a:avLst>
              <a:gd name="adj" fmla="val 6746"/>
            </a:avLst>
          </a:prstGeom>
          <a:solidFill>
            <a:schemeClr val="bg1"/>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dirty="0">
              <a:solidFill>
                <a:schemeClr val="tx1"/>
              </a:solidFill>
            </a:endParaRPr>
          </a:p>
        </p:txBody>
      </p:sp>
      <p:sp>
        <p:nvSpPr>
          <p:cNvPr id="35" name="テキスト ボックス 34">
            <a:extLst>
              <a:ext uri="{FF2B5EF4-FFF2-40B4-BE49-F238E27FC236}">
                <a16:creationId xmlns:a16="http://schemas.microsoft.com/office/drawing/2014/main" id="{F0C9C2B2-62A5-16BE-8627-B16BE9A7B3D5}"/>
              </a:ext>
            </a:extLst>
          </p:cNvPr>
          <p:cNvSpPr txBox="1"/>
          <p:nvPr/>
        </p:nvSpPr>
        <p:spPr>
          <a:xfrm>
            <a:off x="10318814" y="3488068"/>
            <a:ext cx="1346136" cy="369332"/>
          </a:xfrm>
          <a:prstGeom prst="rect">
            <a:avLst/>
          </a:prstGeom>
          <a:noFill/>
        </p:spPr>
        <p:txBody>
          <a:bodyPr wrap="square" rtlCol="0">
            <a:spAutoFit/>
          </a:bodyPr>
          <a:lstStyle/>
          <a:p>
            <a:r>
              <a:rPr lang="ja-JP" altLang="en-US" dirty="0"/>
              <a:t>：変更箇所</a:t>
            </a:r>
            <a:endParaRPr kumimoji="1" lang="en-US" altLang="ja-JP" dirty="0"/>
          </a:p>
        </p:txBody>
      </p:sp>
      <p:cxnSp>
        <p:nvCxnSpPr>
          <p:cNvPr id="37" name="直線矢印コネクタ 36">
            <a:extLst>
              <a:ext uri="{FF2B5EF4-FFF2-40B4-BE49-F238E27FC236}">
                <a16:creationId xmlns:a16="http://schemas.microsoft.com/office/drawing/2014/main" id="{109A8693-FE8A-2AAB-D195-F2E71077F9D1}"/>
              </a:ext>
            </a:extLst>
          </p:cNvPr>
          <p:cNvCxnSpPr>
            <a:endCxn id="10" idx="0"/>
          </p:cNvCxnSpPr>
          <p:nvPr/>
        </p:nvCxnSpPr>
        <p:spPr>
          <a:xfrm>
            <a:off x="2679994" y="5530968"/>
            <a:ext cx="1" cy="443303"/>
          </a:xfrm>
          <a:prstGeom prst="straightConnector1">
            <a:avLst/>
          </a:prstGeom>
          <a:ln>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38" name="直線矢印コネクタ 37">
            <a:extLst>
              <a:ext uri="{FF2B5EF4-FFF2-40B4-BE49-F238E27FC236}">
                <a16:creationId xmlns:a16="http://schemas.microsoft.com/office/drawing/2014/main" id="{6CC98D50-0660-F454-801C-A5C532189555}"/>
              </a:ext>
            </a:extLst>
          </p:cNvPr>
          <p:cNvCxnSpPr>
            <a:cxnSpLocks/>
            <a:stCxn id="21" idx="2"/>
            <a:endCxn id="10" idx="0"/>
          </p:cNvCxnSpPr>
          <p:nvPr/>
        </p:nvCxnSpPr>
        <p:spPr>
          <a:xfrm flipH="1">
            <a:off x="2679995" y="5469413"/>
            <a:ext cx="2094614" cy="504858"/>
          </a:xfrm>
          <a:prstGeom prst="straightConnector1">
            <a:avLst/>
          </a:prstGeom>
          <a:ln>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41" name="直線矢印コネクタ 40">
            <a:extLst>
              <a:ext uri="{FF2B5EF4-FFF2-40B4-BE49-F238E27FC236}">
                <a16:creationId xmlns:a16="http://schemas.microsoft.com/office/drawing/2014/main" id="{6975E89D-A150-AAEC-4032-7B7742439F9E}"/>
              </a:ext>
            </a:extLst>
          </p:cNvPr>
          <p:cNvCxnSpPr>
            <a:cxnSpLocks/>
            <a:stCxn id="15" idx="2"/>
            <a:endCxn id="14" idx="0"/>
          </p:cNvCxnSpPr>
          <p:nvPr/>
        </p:nvCxnSpPr>
        <p:spPr>
          <a:xfrm>
            <a:off x="7900581" y="5058284"/>
            <a:ext cx="0" cy="545601"/>
          </a:xfrm>
          <a:prstGeom prst="straightConnector1">
            <a:avLst/>
          </a:prstGeom>
          <a:ln>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44" name="直線矢印コネクタ 43">
            <a:extLst>
              <a:ext uri="{FF2B5EF4-FFF2-40B4-BE49-F238E27FC236}">
                <a16:creationId xmlns:a16="http://schemas.microsoft.com/office/drawing/2014/main" id="{21D10E4E-36DD-C985-149A-938D42AFAE42}"/>
              </a:ext>
            </a:extLst>
          </p:cNvPr>
          <p:cNvCxnSpPr>
            <a:cxnSpLocks/>
            <a:stCxn id="16" idx="2"/>
            <a:endCxn id="14" idx="0"/>
          </p:cNvCxnSpPr>
          <p:nvPr/>
        </p:nvCxnSpPr>
        <p:spPr>
          <a:xfrm flipH="1">
            <a:off x="7900581" y="5058284"/>
            <a:ext cx="2094614" cy="545601"/>
          </a:xfrm>
          <a:prstGeom prst="straightConnector1">
            <a:avLst/>
          </a:prstGeom>
          <a:ln>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8448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F24093-ED5B-C5C2-DC94-BAC44A8926B8}"/>
              </a:ext>
            </a:extLst>
          </p:cNvPr>
          <p:cNvSpPr>
            <a:spLocks noGrp="1"/>
          </p:cNvSpPr>
          <p:nvPr>
            <p:ph type="title"/>
          </p:nvPr>
        </p:nvSpPr>
        <p:spPr/>
        <p:txBody>
          <a:bodyPr/>
          <a:lstStyle/>
          <a:p>
            <a:r>
              <a:rPr kumimoji="1" lang="ja-JP" altLang="en-US" dirty="0"/>
              <a:t>印象に残った学び②</a:t>
            </a:r>
          </a:p>
        </p:txBody>
      </p:sp>
      <p:sp>
        <p:nvSpPr>
          <p:cNvPr id="4" name="スライド番号プレースホルダー 3">
            <a:extLst>
              <a:ext uri="{FF2B5EF4-FFF2-40B4-BE49-F238E27FC236}">
                <a16:creationId xmlns:a16="http://schemas.microsoft.com/office/drawing/2014/main" id="{2115B197-2272-D677-15F0-4CAE39BFF50C}"/>
              </a:ext>
            </a:extLst>
          </p:cNvPr>
          <p:cNvSpPr>
            <a:spLocks noGrp="1"/>
          </p:cNvSpPr>
          <p:nvPr>
            <p:ph type="sldNum" sz="quarter" idx="12"/>
          </p:nvPr>
        </p:nvSpPr>
        <p:spPr/>
        <p:txBody>
          <a:bodyPr/>
          <a:lstStyle/>
          <a:p>
            <a:fld id="{00D2F285-7DC3-4F9C-8E53-6893EECBFE42}" type="slidenum">
              <a:rPr kumimoji="1" lang="ja-JP" altLang="en-US" smtClean="0"/>
              <a:t>5</a:t>
            </a:fld>
            <a:endParaRPr kumimoji="1" lang="ja-JP" altLang="en-US"/>
          </a:p>
        </p:txBody>
      </p:sp>
      <p:sp>
        <p:nvSpPr>
          <p:cNvPr id="5" name="テキスト ボックス 4">
            <a:extLst>
              <a:ext uri="{FF2B5EF4-FFF2-40B4-BE49-F238E27FC236}">
                <a16:creationId xmlns:a16="http://schemas.microsoft.com/office/drawing/2014/main" id="{BD1AB5C7-2051-7DF5-D962-C52AF9B553E8}"/>
              </a:ext>
            </a:extLst>
          </p:cNvPr>
          <p:cNvSpPr txBox="1"/>
          <p:nvPr/>
        </p:nvSpPr>
        <p:spPr>
          <a:xfrm>
            <a:off x="781492" y="1193082"/>
            <a:ext cx="2727252" cy="523220"/>
          </a:xfrm>
          <a:prstGeom prst="rect">
            <a:avLst/>
          </a:prstGeom>
          <a:noFill/>
        </p:spPr>
        <p:txBody>
          <a:bodyPr wrap="square" rtlCol="0">
            <a:spAutoFit/>
          </a:bodyPr>
          <a:lstStyle/>
          <a:p>
            <a:pPr marL="342900" indent="-342900">
              <a:buFont typeface="Wingdings" panose="05000000000000000000" pitchFamily="2" charset="2"/>
              <a:buChar char="n"/>
            </a:pPr>
            <a:r>
              <a:rPr kumimoji="1" lang="en-US" altLang="ja-JP" sz="2800" dirty="0" err="1"/>
              <a:t>Shadcn</a:t>
            </a:r>
            <a:r>
              <a:rPr kumimoji="1" lang="en-US" altLang="ja-JP" sz="2800" dirty="0"/>
              <a:t>/</a:t>
            </a:r>
            <a:r>
              <a:rPr kumimoji="1" lang="en-US" altLang="ja-JP" sz="2800" dirty="0" err="1"/>
              <a:t>ui</a:t>
            </a:r>
            <a:endParaRPr kumimoji="1" lang="en-US" altLang="ja-JP" sz="2800" dirty="0"/>
          </a:p>
        </p:txBody>
      </p:sp>
      <p:sp>
        <p:nvSpPr>
          <p:cNvPr id="6" name="四角形: 角を丸くする 5">
            <a:extLst>
              <a:ext uri="{FF2B5EF4-FFF2-40B4-BE49-F238E27FC236}">
                <a16:creationId xmlns:a16="http://schemas.microsoft.com/office/drawing/2014/main" id="{C5E53DCC-849E-0BED-140F-26E5EE37F7B6}"/>
              </a:ext>
            </a:extLst>
          </p:cNvPr>
          <p:cNvSpPr/>
          <p:nvPr/>
        </p:nvSpPr>
        <p:spPr>
          <a:xfrm>
            <a:off x="838200" y="1716301"/>
            <a:ext cx="10515600" cy="1622321"/>
          </a:xfrm>
          <a:prstGeom prst="roundRect">
            <a:avLst>
              <a:gd name="adj" fmla="val 6746"/>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ボックス 6">
            <a:extLst>
              <a:ext uri="{FF2B5EF4-FFF2-40B4-BE49-F238E27FC236}">
                <a16:creationId xmlns:a16="http://schemas.microsoft.com/office/drawing/2014/main" id="{29E3F004-20F1-A331-B8CD-D2B885569654}"/>
              </a:ext>
            </a:extLst>
          </p:cNvPr>
          <p:cNvSpPr txBox="1"/>
          <p:nvPr/>
        </p:nvSpPr>
        <p:spPr>
          <a:xfrm>
            <a:off x="1010093" y="1927297"/>
            <a:ext cx="9803219" cy="1200329"/>
          </a:xfrm>
          <a:prstGeom prst="rect">
            <a:avLst/>
          </a:prstGeom>
          <a:noFill/>
        </p:spPr>
        <p:txBody>
          <a:bodyPr wrap="square" rtlCol="0">
            <a:spAutoFit/>
          </a:bodyPr>
          <a:lstStyle/>
          <a:p>
            <a:r>
              <a:rPr kumimoji="1" lang="ja-JP" altLang="en-US" sz="2400" dirty="0">
                <a:solidFill>
                  <a:schemeClr val="bg1"/>
                </a:solidFill>
              </a:rPr>
              <a:t>これまで体験したことのある</a:t>
            </a:r>
            <a:r>
              <a:rPr kumimoji="1" lang="en-US" altLang="ja-JP" sz="2400" dirty="0">
                <a:solidFill>
                  <a:schemeClr val="bg1"/>
                </a:solidFill>
              </a:rPr>
              <a:t>UI</a:t>
            </a:r>
            <a:r>
              <a:rPr kumimoji="1" lang="ja-JP" altLang="en-US" sz="2400" dirty="0">
                <a:solidFill>
                  <a:schemeClr val="bg1"/>
                </a:solidFill>
              </a:rPr>
              <a:t>を実装できて楽しい</a:t>
            </a:r>
            <a:endParaRPr kumimoji="1" lang="en-US" altLang="ja-JP" sz="2400" dirty="0">
              <a:solidFill>
                <a:schemeClr val="bg1"/>
              </a:solidFill>
            </a:endParaRPr>
          </a:p>
          <a:p>
            <a:r>
              <a:rPr kumimoji="1" lang="ja-JP" altLang="en-US" sz="2400" dirty="0">
                <a:solidFill>
                  <a:schemeClr val="bg1"/>
                </a:solidFill>
              </a:rPr>
              <a:t>コンポーネントの組み合わせやソースコードが編集可能であり、</a:t>
            </a:r>
            <a:endParaRPr kumimoji="1" lang="en-US" altLang="ja-JP" sz="2400" dirty="0">
              <a:solidFill>
                <a:schemeClr val="bg1"/>
              </a:solidFill>
            </a:endParaRPr>
          </a:p>
          <a:p>
            <a:r>
              <a:rPr kumimoji="1" lang="ja-JP" altLang="en-US" sz="2400" dirty="0">
                <a:solidFill>
                  <a:schemeClr val="bg1"/>
                </a:solidFill>
              </a:rPr>
              <a:t>カスタマイズ性が高い</a:t>
            </a:r>
          </a:p>
        </p:txBody>
      </p:sp>
      <p:pic>
        <p:nvPicPr>
          <p:cNvPr id="9" name="図 8">
            <a:extLst>
              <a:ext uri="{FF2B5EF4-FFF2-40B4-BE49-F238E27FC236}">
                <a16:creationId xmlns:a16="http://schemas.microsoft.com/office/drawing/2014/main" id="{781DBCBE-658F-053E-4E07-536BF910065A}"/>
              </a:ext>
            </a:extLst>
          </p:cNvPr>
          <p:cNvPicPr>
            <a:picLocks noChangeAspect="1"/>
          </p:cNvPicPr>
          <p:nvPr/>
        </p:nvPicPr>
        <p:blipFill>
          <a:blip r:embed="rId2"/>
          <a:srcRect l="7612" t="10100" r="6639" b="14477"/>
          <a:stretch>
            <a:fillRect/>
          </a:stretch>
        </p:blipFill>
        <p:spPr>
          <a:xfrm>
            <a:off x="1908765" y="3749047"/>
            <a:ext cx="4723957" cy="2150792"/>
          </a:xfrm>
          <a:prstGeom prst="roundRect">
            <a:avLst>
              <a:gd name="adj" fmla="val 9081"/>
            </a:avLst>
          </a:prstGeom>
          <a:effectLst>
            <a:outerShdw blurRad="38100" dist="38100" dir="2700000" algn="tl" rotWithShape="0">
              <a:prstClr val="black">
                <a:alpha val="20000"/>
              </a:prstClr>
            </a:outerShdw>
          </a:effectLst>
        </p:spPr>
      </p:pic>
      <p:pic>
        <p:nvPicPr>
          <p:cNvPr id="11" name="図 10">
            <a:extLst>
              <a:ext uri="{FF2B5EF4-FFF2-40B4-BE49-F238E27FC236}">
                <a16:creationId xmlns:a16="http://schemas.microsoft.com/office/drawing/2014/main" id="{D9B1A4D8-3257-85FC-A406-C341B61B2C4E}"/>
              </a:ext>
            </a:extLst>
          </p:cNvPr>
          <p:cNvPicPr>
            <a:picLocks noChangeAspect="1"/>
          </p:cNvPicPr>
          <p:nvPr/>
        </p:nvPicPr>
        <p:blipFill>
          <a:blip r:embed="rId3"/>
          <a:stretch>
            <a:fillRect/>
          </a:stretch>
        </p:blipFill>
        <p:spPr>
          <a:xfrm>
            <a:off x="7809257" y="3749047"/>
            <a:ext cx="1958287" cy="2334881"/>
          </a:xfrm>
          <a:prstGeom prst="roundRect">
            <a:avLst>
              <a:gd name="adj" fmla="val 4994"/>
            </a:avLst>
          </a:prstGeom>
          <a:effectLst>
            <a:outerShdw blurRad="38100" dist="38100" dir="2700000" algn="tl" rotWithShape="0">
              <a:prstClr val="black">
                <a:alpha val="20000"/>
              </a:prstClr>
            </a:outerShdw>
          </a:effectLst>
        </p:spPr>
      </p:pic>
      <p:sp>
        <p:nvSpPr>
          <p:cNvPr id="12" name="テキスト ボックス 11">
            <a:extLst>
              <a:ext uri="{FF2B5EF4-FFF2-40B4-BE49-F238E27FC236}">
                <a16:creationId xmlns:a16="http://schemas.microsoft.com/office/drawing/2014/main" id="{5470328D-EFB1-1967-D69D-71F7BCCBAEC3}"/>
              </a:ext>
            </a:extLst>
          </p:cNvPr>
          <p:cNvSpPr txBox="1"/>
          <p:nvPr/>
        </p:nvSpPr>
        <p:spPr>
          <a:xfrm>
            <a:off x="2251443" y="5936461"/>
            <a:ext cx="4038599" cy="369332"/>
          </a:xfrm>
          <a:prstGeom prst="rect">
            <a:avLst/>
          </a:prstGeom>
          <a:noFill/>
        </p:spPr>
        <p:txBody>
          <a:bodyPr wrap="square" rtlCol="0">
            <a:spAutoFit/>
          </a:bodyPr>
          <a:lstStyle/>
          <a:p>
            <a:r>
              <a:rPr kumimoji="1" lang="ja-JP" altLang="en-US" dirty="0"/>
              <a:t>チェックボックス機能付きテーブル</a:t>
            </a:r>
          </a:p>
        </p:txBody>
      </p:sp>
      <p:sp>
        <p:nvSpPr>
          <p:cNvPr id="13" name="テキスト ボックス 12">
            <a:extLst>
              <a:ext uri="{FF2B5EF4-FFF2-40B4-BE49-F238E27FC236}">
                <a16:creationId xmlns:a16="http://schemas.microsoft.com/office/drawing/2014/main" id="{5DEB2C24-BD7B-0360-1049-21E4826FAC74}"/>
              </a:ext>
            </a:extLst>
          </p:cNvPr>
          <p:cNvSpPr txBox="1"/>
          <p:nvPr/>
        </p:nvSpPr>
        <p:spPr>
          <a:xfrm>
            <a:off x="7315201" y="6090521"/>
            <a:ext cx="2946399" cy="923330"/>
          </a:xfrm>
          <a:prstGeom prst="rect">
            <a:avLst/>
          </a:prstGeom>
          <a:noFill/>
        </p:spPr>
        <p:txBody>
          <a:bodyPr wrap="square" rtlCol="0">
            <a:spAutoFit/>
          </a:bodyPr>
          <a:lstStyle/>
          <a:p>
            <a:pPr algn="ctr"/>
            <a:r>
              <a:rPr lang="ja-JP" altLang="en-US" dirty="0"/>
              <a:t>バッジ・メニュー機能付き</a:t>
            </a:r>
            <a:endParaRPr lang="en-US" altLang="ja-JP" dirty="0"/>
          </a:p>
          <a:p>
            <a:pPr algn="ctr"/>
            <a:r>
              <a:rPr lang="ja-JP" altLang="en-US" dirty="0"/>
              <a:t>プロフィールアイコン</a:t>
            </a:r>
            <a:endParaRPr lang="en-US" altLang="ja-JP" dirty="0"/>
          </a:p>
          <a:p>
            <a:pPr algn="ctr"/>
            <a:endParaRPr lang="en-US" altLang="ja-JP" dirty="0"/>
          </a:p>
        </p:txBody>
      </p:sp>
    </p:spTree>
    <p:extLst>
      <p:ext uri="{BB962C8B-B14F-4D97-AF65-F5344CB8AC3E}">
        <p14:creationId xmlns:p14="http://schemas.microsoft.com/office/powerpoint/2010/main" val="1107489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フリーフォーム: 図形 18">
            <a:extLst>
              <a:ext uri="{FF2B5EF4-FFF2-40B4-BE49-F238E27FC236}">
                <a16:creationId xmlns:a16="http://schemas.microsoft.com/office/drawing/2014/main" id="{2FCD7960-0A20-3B68-9C1E-0C521141D342}"/>
              </a:ext>
            </a:extLst>
          </p:cNvPr>
          <p:cNvSpPr/>
          <p:nvPr/>
        </p:nvSpPr>
        <p:spPr>
          <a:xfrm>
            <a:off x="1079500" y="1841499"/>
            <a:ext cx="673100" cy="4155264"/>
          </a:xfrm>
          <a:custGeom>
            <a:avLst/>
            <a:gdLst>
              <a:gd name="csX0" fmla="*/ 0 w 673100"/>
              <a:gd name="csY0" fmla="*/ 0 h 2197100"/>
              <a:gd name="csX1" fmla="*/ 0 w 673100"/>
              <a:gd name="csY1" fmla="*/ 2197100 h 2197100"/>
              <a:gd name="csX2" fmla="*/ 673100 w 673100"/>
              <a:gd name="csY2" fmla="*/ 2197100 h 2197100"/>
            </a:gdLst>
            <a:ahLst/>
            <a:cxnLst>
              <a:cxn ang="0">
                <a:pos x="csX0" y="csY0"/>
              </a:cxn>
              <a:cxn ang="0">
                <a:pos x="csX1" y="csY1"/>
              </a:cxn>
              <a:cxn ang="0">
                <a:pos x="csX2" y="csY2"/>
              </a:cxn>
            </a:cxnLst>
            <a:rect l="l" t="t" r="r" b="b"/>
            <a:pathLst>
              <a:path w="673100" h="2197100">
                <a:moveTo>
                  <a:pt x="0" y="0"/>
                </a:moveTo>
                <a:lnTo>
                  <a:pt x="0" y="2197100"/>
                </a:lnTo>
                <a:lnTo>
                  <a:pt x="673100" y="2197100"/>
                </a:lnTo>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0C9731F9-AC6E-DC33-1DA9-0E54051D05D4}"/>
              </a:ext>
            </a:extLst>
          </p:cNvPr>
          <p:cNvCxnSpPr>
            <a:cxnSpLocks/>
            <a:endCxn id="8" idx="1"/>
          </p:cNvCxnSpPr>
          <p:nvPr/>
        </p:nvCxnSpPr>
        <p:spPr>
          <a:xfrm>
            <a:off x="1079500" y="3037827"/>
            <a:ext cx="6700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9297B92D-1B09-AFDB-6694-5944A9DB7029}"/>
              </a:ext>
            </a:extLst>
          </p:cNvPr>
          <p:cNvCxnSpPr>
            <a:cxnSpLocks/>
          </p:cNvCxnSpPr>
          <p:nvPr/>
        </p:nvCxnSpPr>
        <p:spPr>
          <a:xfrm>
            <a:off x="1079500" y="4460809"/>
            <a:ext cx="6700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タイトル 1">
            <a:extLst>
              <a:ext uri="{FF2B5EF4-FFF2-40B4-BE49-F238E27FC236}">
                <a16:creationId xmlns:a16="http://schemas.microsoft.com/office/drawing/2014/main" id="{2036F86A-B7B8-F084-6288-5515321FC762}"/>
              </a:ext>
            </a:extLst>
          </p:cNvPr>
          <p:cNvSpPr>
            <a:spLocks noGrp="1"/>
          </p:cNvSpPr>
          <p:nvPr>
            <p:ph type="title"/>
          </p:nvPr>
        </p:nvSpPr>
        <p:spPr/>
        <p:txBody>
          <a:bodyPr>
            <a:normAutofit/>
          </a:bodyPr>
          <a:lstStyle/>
          <a:p>
            <a:r>
              <a:rPr kumimoji="1" lang="en-US" altLang="ja-JP" dirty="0"/>
              <a:t>5</a:t>
            </a:r>
            <a:r>
              <a:rPr kumimoji="1" lang="ja-JP" altLang="en-US" dirty="0"/>
              <a:t>月からの変化</a:t>
            </a:r>
          </a:p>
        </p:txBody>
      </p:sp>
      <p:sp>
        <p:nvSpPr>
          <p:cNvPr id="4" name="スライド番号プレースホルダー 3">
            <a:extLst>
              <a:ext uri="{FF2B5EF4-FFF2-40B4-BE49-F238E27FC236}">
                <a16:creationId xmlns:a16="http://schemas.microsoft.com/office/drawing/2014/main" id="{4FD69FAA-FCEE-C44E-EF20-E5D873C9D416}"/>
              </a:ext>
            </a:extLst>
          </p:cNvPr>
          <p:cNvSpPr>
            <a:spLocks noGrp="1"/>
          </p:cNvSpPr>
          <p:nvPr>
            <p:ph type="sldNum" sz="quarter" idx="12"/>
          </p:nvPr>
        </p:nvSpPr>
        <p:spPr/>
        <p:txBody>
          <a:bodyPr/>
          <a:lstStyle/>
          <a:p>
            <a:fld id="{00D2F285-7DC3-4F9C-8E53-6893EECBFE42}" type="slidenum">
              <a:rPr kumimoji="1" lang="ja-JP" altLang="en-US" smtClean="0"/>
              <a:t>6</a:t>
            </a:fld>
            <a:endParaRPr kumimoji="1" lang="ja-JP" altLang="en-US"/>
          </a:p>
        </p:txBody>
      </p:sp>
      <p:sp>
        <p:nvSpPr>
          <p:cNvPr id="7" name="テキスト ボックス 6">
            <a:extLst>
              <a:ext uri="{FF2B5EF4-FFF2-40B4-BE49-F238E27FC236}">
                <a16:creationId xmlns:a16="http://schemas.microsoft.com/office/drawing/2014/main" id="{09A94905-D7B4-AFD8-64E9-8CC1A97D506A}"/>
              </a:ext>
            </a:extLst>
          </p:cNvPr>
          <p:cNvSpPr txBox="1"/>
          <p:nvPr/>
        </p:nvSpPr>
        <p:spPr>
          <a:xfrm>
            <a:off x="368300" y="1328099"/>
            <a:ext cx="6858000" cy="523220"/>
          </a:xfrm>
          <a:prstGeom prst="rect">
            <a:avLst/>
          </a:prstGeom>
          <a:noFill/>
        </p:spPr>
        <p:txBody>
          <a:bodyPr wrap="square" rtlCol="0">
            <a:spAutoFit/>
          </a:bodyPr>
          <a:lstStyle/>
          <a:p>
            <a:pPr algn="ctr"/>
            <a:r>
              <a:rPr lang="ja-JP" altLang="en-US" sz="2800" dirty="0"/>
              <a:t>開発前後のクラス図の修正量が減少した</a:t>
            </a:r>
            <a:endParaRPr lang="en-US" altLang="ja-JP" sz="2800" dirty="0"/>
          </a:p>
        </p:txBody>
      </p:sp>
      <p:grpSp>
        <p:nvGrpSpPr>
          <p:cNvPr id="29" name="グループ化 28">
            <a:extLst>
              <a:ext uri="{FF2B5EF4-FFF2-40B4-BE49-F238E27FC236}">
                <a16:creationId xmlns:a16="http://schemas.microsoft.com/office/drawing/2014/main" id="{A6D94C21-525D-CC5E-5330-FED78CA1605B}"/>
              </a:ext>
            </a:extLst>
          </p:cNvPr>
          <p:cNvGrpSpPr/>
          <p:nvPr/>
        </p:nvGrpSpPr>
        <p:grpSpPr>
          <a:xfrm>
            <a:off x="1749562" y="2279909"/>
            <a:ext cx="9829524" cy="1115727"/>
            <a:chOff x="1749562" y="2377647"/>
            <a:chExt cx="9829524" cy="1115727"/>
          </a:xfrm>
        </p:grpSpPr>
        <p:grpSp>
          <p:nvGrpSpPr>
            <p:cNvPr id="17" name="グループ化 16">
              <a:extLst>
                <a:ext uri="{FF2B5EF4-FFF2-40B4-BE49-F238E27FC236}">
                  <a16:creationId xmlns:a16="http://schemas.microsoft.com/office/drawing/2014/main" id="{13CA5FD7-FF24-12DF-F449-CC5990894B30}"/>
                </a:ext>
              </a:extLst>
            </p:cNvPr>
            <p:cNvGrpSpPr/>
            <p:nvPr/>
          </p:nvGrpSpPr>
          <p:grpSpPr>
            <a:xfrm>
              <a:off x="1749562" y="2777756"/>
              <a:ext cx="9829524" cy="715618"/>
              <a:chOff x="1749562" y="2400300"/>
              <a:chExt cx="9829524" cy="715618"/>
            </a:xfrm>
          </p:grpSpPr>
          <p:sp>
            <p:nvSpPr>
              <p:cNvPr id="8" name="四角形: 角を丸くする 7">
                <a:extLst>
                  <a:ext uri="{FF2B5EF4-FFF2-40B4-BE49-F238E27FC236}">
                    <a16:creationId xmlns:a16="http://schemas.microsoft.com/office/drawing/2014/main" id="{EDB3F4FE-1CE9-B40A-B813-75C53FF96EBD}"/>
                  </a:ext>
                </a:extLst>
              </p:cNvPr>
              <p:cNvSpPr/>
              <p:nvPr/>
            </p:nvSpPr>
            <p:spPr>
              <a:xfrm>
                <a:off x="1749562" y="2400300"/>
                <a:ext cx="9550400" cy="715618"/>
              </a:xfrm>
              <a:prstGeom prst="roundRect">
                <a:avLst>
                  <a:gd name="adj" fmla="val 6353"/>
                </a:avLst>
              </a:prstGeom>
              <a:solidFill>
                <a:schemeClr val="accent4">
                  <a:lumMod val="20000"/>
                  <a:lumOff val="80000"/>
                </a:schemeClr>
              </a:solidFill>
              <a:ln w="381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E4D6A614-851A-63E1-7F3D-F0582FA3DCF3}"/>
                  </a:ext>
                </a:extLst>
              </p:cNvPr>
              <p:cNvSpPr txBox="1"/>
              <p:nvPr/>
            </p:nvSpPr>
            <p:spPr>
              <a:xfrm>
                <a:off x="1873250" y="2558054"/>
                <a:ext cx="9705836" cy="400110"/>
              </a:xfrm>
              <a:prstGeom prst="rect">
                <a:avLst/>
              </a:prstGeom>
              <a:noFill/>
            </p:spPr>
            <p:txBody>
              <a:bodyPr wrap="square" rtlCol="0">
                <a:spAutoFit/>
              </a:bodyPr>
              <a:lstStyle/>
              <a:p>
                <a:r>
                  <a:rPr lang="ja-JP" altLang="en-US" sz="2000" dirty="0"/>
                  <a:t>前回の演習で、各クラスの配置のコツや矢印の使い方などを学んだ</a:t>
                </a:r>
                <a:endParaRPr lang="en-US" altLang="ja-JP" sz="2000" dirty="0"/>
              </a:p>
            </p:txBody>
          </p:sp>
        </p:grpSp>
        <p:sp>
          <p:nvSpPr>
            <p:cNvPr id="23" name="テキスト ボックス 22">
              <a:extLst>
                <a:ext uri="{FF2B5EF4-FFF2-40B4-BE49-F238E27FC236}">
                  <a16:creationId xmlns:a16="http://schemas.microsoft.com/office/drawing/2014/main" id="{0932FE72-284F-C79B-09BE-6845D49EE32B}"/>
                </a:ext>
              </a:extLst>
            </p:cNvPr>
            <p:cNvSpPr txBox="1"/>
            <p:nvPr/>
          </p:nvSpPr>
          <p:spPr>
            <a:xfrm>
              <a:off x="1749562" y="2377647"/>
              <a:ext cx="1143000" cy="400110"/>
            </a:xfrm>
            <a:prstGeom prst="rect">
              <a:avLst/>
            </a:prstGeom>
            <a:noFill/>
          </p:spPr>
          <p:txBody>
            <a:bodyPr wrap="square" rtlCol="0">
              <a:spAutoFit/>
            </a:bodyPr>
            <a:lstStyle/>
            <a:p>
              <a:r>
                <a:rPr kumimoji="1" lang="ja-JP" altLang="en-US" sz="2000" dirty="0"/>
                <a:t>要因①</a:t>
              </a:r>
            </a:p>
          </p:txBody>
        </p:sp>
      </p:grpSp>
      <p:grpSp>
        <p:nvGrpSpPr>
          <p:cNvPr id="31" name="グループ化 30">
            <a:extLst>
              <a:ext uri="{FF2B5EF4-FFF2-40B4-BE49-F238E27FC236}">
                <a16:creationId xmlns:a16="http://schemas.microsoft.com/office/drawing/2014/main" id="{036A4A29-8E76-03A6-A48C-031CF7C63987}"/>
              </a:ext>
            </a:extLst>
          </p:cNvPr>
          <p:cNvGrpSpPr/>
          <p:nvPr/>
        </p:nvGrpSpPr>
        <p:grpSpPr>
          <a:xfrm>
            <a:off x="1749562" y="5125872"/>
            <a:ext cx="9829524" cy="1158028"/>
            <a:chOff x="1749562" y="5125872"/>
            <a:chExt cx="9829524" cy="1158028"/>
          </a:xfrm>
        </p:grpSpPr>
        <p:grpSp>
          <p:nvGrpSpPr>
            <p:cNvPr id="18" name="グループ化 17">
              <a:extLst>
                <a:ext uri="{FF2B5EF4-FFF2-40B4-BE49-F238E27FC236}">
                  <a16:creationId xmlns:a16="http://schemas.microsoft.com/office/drawing/2014/main" id="{FD2E832D-00D9-A045-D045-F031F9CFE904}"/>
                </a:ext>
              </a:extLst>
            </p:cNvPr>
            <p:cNvGrpSpPr/>
            <p:nvPr/>
          </p:nvGrpSpPr>
          <p:grpSpPr>
            <a:xfrm>
              <a:off x="1749562" y="5568282"/>
              <a:ext cx="9829524" cy="715618"/>
              <a:chOff x="1749562" y="3355668"/>
              <a:chExt cx="9829524" cy="715618"/>
            </a:xfrm>
          </p:grpSpPr>
          <p:sp>
            <p:nvSpPr>
              <p:cNvPr id="13" name="四角形: 角を丸くする 12">
                <a:extLst>
                  <a:ext uri="{FF2B5EF4-FFF2-40B4-BE49-F238E27FC236}">
                    <a16:creationId xmlns:a16="http://schemas.microsoft.com/office/drawing/2014/main" id="{90F90605-38E9-1F3F-B95E-5198B55FA850}"/>
                  </a:ext>
                </a:extLst>
              </p:cNvPr>
              <p:cNvSpPr/>
              <p:nvPr/>
            </p:nvSpPr>
            <p:spPr>
              <a:xfrm>
                <a:off x="1749562" y="3355668"/>
                <a:ext cx="9550400" cy="715618"/>
              </a:xfrm>
              <a:prstGeom prst="roundRect">
                <a:avLst>
                  <a:gd name="adj" fmla="val 6353"/>
                </a:avLst>
              </a:prstGeom>
              <a:solidFill>
                <a:schemeClr val="accent4">
                  <a:lumMod val="20000"/>
                  <a:lumOff val="80000"/>
                </a:schemeClr>
              </a:solidFill>
              <a:ln w="381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テキスト ボックス 13">
                <a:extLst>
                  <a:ext uri="{FF2B5EF4-FFF2-40B4-BE49-F238E27FC236}">
                    <a16:creationId xmlns:a16="http://schemas.microsoft.com/office/drawing/2014/main" id="{2A72516A-F2D1-A8CA-BFE7-32A4E0C7AE5D}"/>
                  </a:ext>
                </a:extLst>
              </p:cNvPr>
              <p:cNvSpPr txBox="1"/>
              <p:nvPr/>
            </p:nvSpPr>
            <p:spPr>
              <a:xfrm>
                <a:off x="1873250" y="3513422"/>
                <a:ext cx="9705836" cy="400110"/>
              </a:xfrm>
              <a:prstGeom prst="rect">
                <a:avLst/>
              </a:prstGeom>
              <a:noFill/>
            </p:spPr>
            <p:txBody>
              <a:bodyPr wrap="square" rtlCol="0">
                <a:spAutoFit/>
              </a:bodyPr>
              <a:lstStyle/>
              <a:p>
                <a:r>
                  <a:rPr lang="en-US" altLang="ja-JP" sz="2000" dirty="0"/>
                  <a:t>DDD</a:t>
                </a:r>
                <a:r>
                  <a:rPr lang="ja-JP" altLang="en-US" sz="2000" dirty="0"/>
                  <a:t>を学び、レイヤーやクラスごとに求められる責務への理解が鮮明になった</a:t>
                </a:r>
                <a:endParaRPr lang="en-US" altLang="ja-JP" sz="2000" dirty="0"/>
              </a:p>
            </p:txBody>
          </p:sp>
        </p:grpSp>
        <p:sp>
          <p:nvSpPr>
            <p:cNvPr id="24" name="テキスト ボックス 23">
              <a:extLst>
                <a:ext uri="{FF2B5EF4-FFF2-40B4-BE49-F238E27FC236}">
                  <a16:creationId xmlns:a16="http://schemas.microsoft.com/office/drawing/2014/main" id="{1BC81678-1A81-1CE6-9A3B-EE752821C628}"/>
                </a:ext>
              </a:extLst>
            </p:cNvPr>
            <p:cNvSpPr txBox="1"/>
            <p:nvPr/>
          </p:nvSpPr>
          <p:spPr>
            <a:xfrm>
              <a:off x="1749562" y="5125872"/>
              <a:ext cx="1143000" cy="400110"/>
            </a:xfrm>
            <a:prstGeom prst="rect">
              <a:avLst/>
            </a:prstGeom>
            <a:noFill/>
          </p:spPr>
          <p:txBody>
            <a:bodyPr wrap="square" rtlCol="0">
              <a:spAutoFit/>
            </a:bodyPr>
            <a:lstStyle/>
            <a:p>
              <a:r>
                <a:rPr kumimoji="1" lang="ja-JP" altLang="en-US" sz="2000" dirty="0"/>
                <a:t>要因③</a:t>
              </a:r>
            </a:p>
          </p:txBody>
        </p:sp>
      </p:grpSp>
      <p:grpSp>
        <p:nvGrpSpPr>
          <p:cNvPr id="30" name="グループ化 29">
            <a:extLst>
              <a:ext uri="{FF2B5EF4-FFF2-40B4-BE49-F238E27FC236}">
                <a16:creationId xmlns:a16="http://schemas.microsoft.com/office/drawing/2014/main" id="{C03C7C3C-7272-9A35-4440-7F633CE91C94}"/>
              </a:ext>
            </a:extLst>
          </p:cNvPr>
          <p:cNvGrpSpPr/>
          <p:nvPr/>
        </p:nvGrpSpPr>
        <p:grpSpPr>
          <a:xfrm>
            <a:off x="1749562" y="3702891"/>
            <a:ext cx="9829524" cy="1115727"/>
            <a:chOff x="1749562" y="3652336"/>
            <a:chExt cx="9829524" cy="1115727"/>
          </a:xfrm>
        </p:grpSpPr>
        <p:grpSp>
          <p:nvGrpSpPr>
            <p:cNvPr id="25" name="グループ化 24">
              <a:extLst>
                <a:ext uri="{FF2B5EF4-FFF2-40B4-BE49-F238E27FC236}">
                  <a16:creationId xmlns:a16="http://schemas.microsoft.com/office/drawing/2014/main" id="{F15E8B8E-008B-B374-8E36-64C188F1EAD9}"/>
                </a:ext>
              </a:extLst>
            </p:cNvPr>
            <p:cNvGrpSpPr/>
            <p:nvPr/>
          </p:nvGrpSpPr>
          <p:grpSpPr>
            <a:xfrm>
              <a:off x="1749562" y="4052445"/>
              <a:ext cx="9829524" cy="715618"/>
              <a:chOff x="1749562" y="2400300"/>
              <a:chExt cx="9829524" cy="715618"/>
            </a:xfrm>
          </p:grpSpPr>
          <p:sp>
            <p:nvSpPr>
              <p:cNvPr id="26" name="四角形: 角を丸くする 25">
                <a:extLst>
                  <a:ext uri="{FF2B5EF4-FFF2-40B4-BE49-F238E27FC236}">
                    <a16:creationId xmlns:a16="http://schemas.microsoft.com/office/drawing/2014/main" id="{EEF2D9A1-A08F-B7B9-EFAA-4532A8E19AAF}"/>
                  </a:ext>
                </a:extLst>
              </p:cNvPr>
              <p:cNvSpPr/>
              <p:nvPr/>
            </p:nvSpPr>
            <p:spPr>
              <a:xfrm>
                <a:off x="1749562" y="2400300"/>
                <a:ext cx="9550400" cy="715618"/>
              </a:xfrm>
              <a:prstGeom prst="roundRect">
                <a:avLst>
                  <a:gd name="adj" fmla="val 6353"/>
                </a:avLst>
              </a:prstGeom>
              <a:solidFill>
                <a:schemeClr val="accent4">
                  <a:lumMod val="20000"/>
                  <a:lumOff val="80000"/>
                </a:schemeClr>
              </a:solidFill>
              <a:ln w="381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テキスト ボックス 26">
                <a:extLst>
                  <a:ext uri="{FF2B5EF4-FFF2-40B4-BE49-F238E27FC236}">
                    <a16:creationId xmlns:a16="http://schemas.microsoft.com/office/drawing/2014/main" id="{CDCE6E52-2AFC-2E7C-80C7-E25D8A79D3EE}"/>
                  </a:ext>
                </a:extLst>
              </p:cNvPr>
              <p:cNvSpPr txBox="1"/>
              <p:nvPr/>
            </p:nvSpPr>
            <p:spPr>
              <a:xfrm>
                <a:off x="1873250" y="2558054"/>
                <a:ext cx="9705836" cy="400110"/>
              </a:xfrm>
              <a:prstGeom prst="rect">
                <a:avLst/>
              </a:prstGeom>
              <a:noFill/>
            </p:spPr>
            <p:txBody>
              <a:bodyPr wrap="square" rtlCol="0">
                <a:spAutoFit/>
              </a:bodyPr>
              <a:lstStyle/>
              <a:p>
                <a:r>
                  <a:rPr lang="ja-JP" altLang="en-US" sz="2000" dirty="0"/>
                  <a:t>前回の経験を活かし、漏れていた項目を追加できた</a:t>
                </a:r>
                <a:endParaRPr lang="en-US" altLang="ja-JP" sz="2000" dirty="0"/>
              </a:p>
            </p:txBody>
          </p:sp>
        </p:grpSp>
        <p:sp>
          <p:nvSpPr>
            <p:cNvPr id="28" name="テキスト ボックス 27">
              <a:extLst>
                <a:ext uri="{FF2B5EF4-FFF2-40B4-BE49-F238E27FC236}">
                  <a16:creationId xmlns:a16="http://schemas.microsoft.com/office/drawing/2014/main" id="{685D1D87-3BF6-2787-2055-3E6BA21EA662}"/>
                </a:ext>
              </a:extLst>
            </p:cNvPr>
            <p:cNvSpPr txBox="1"/>
            <p:nvPr/>
          </p:nvSpPr>
          <p:spPr>
            <a:xfrm>
              <a:off x="1749562" y="3652336"/>
              <a:ext cx="1143000" cy="400110"/>
            </a:xfrm>
            <a:prstGeom prst="rect">
              <a:avLst/>
            </a:prstGeom>
            <a:noFill/>
          </p:spPr>
          <p:txBody>
            <a:bodyPr wrap="square" rtlCol="0">
              <a:spAutoFit/>
            </a:bodyPr>
            <a:lstStyle/>
            <a:p>
              <a:r>
                <a:rPr kumimoji="1" lang="ja-JP" altLang="en-US" sz="2000" dirty="0"/>
                <a:t>要因②</a:t>
              </a:r>
            </a:p>
          </p:txBody>
        </p:sp>
      </p:grpSp>
    </p:spTree>
    <p:extLst>
      <p:ext uri="{BB962C8B-B14F-4D97-AF65-F5344CB8AC3E}">
        <p14:creationId xmlns:p14="http://schemas.microsoft.com/office/powerpoint/2010/main" val="885172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264472C3-997A-5D00-3EF3-EF8D366AE54E}"/>
              </a:ext>
            </a:extLst>
          </p:cNvPr>
          <p:cNvSpPr/>
          <p:nvPr/>
        </p:nvSpPr>
        <p:spPr>
          <a:xfrm>
            <a:off x="1701209" y="3730093"/>
            <a:ext cx="9494876" cy="823456"/>
          </a:xfrm>
          <a:prstGeom prst="roundRect">
            <a:avLst>
              <a:gd name="adj" fmla="val 6746"/>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9" name="四角形: 角を丸くする 8">
            <a:extLst>
              <a:ext uri="{FF2B5EF4-FFF2-40B4-BE49-F238E27FC236}">
                <a16:creationId xmlns:a16="http://schemas.microsoft.com/office/drawing/2014/main" id="{E21CA868-9B4A-85A6-2396-65504FD534CC}"/>
              </a:ext>
            </a:extLst>
          </p:cNvPr>
          <p:cNvSpPr/>
          <p:nvPr/>
        </p:nvSpPr>
        <p:spPr>
          <a:xfrm>
            <a:off x="1701209" y="2359040"/>
            <a:ext cx="9494876" cy="823456"/>
          </a:xfrm>
          <a:prstGeom prst="roundRect">
            <a:avLst>
              <a:gd name="adj" fmla="val 6746"/>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1">
            <a:extLst>
              <a:ext uri="{FF2B5EF4-FFF2-40B4-BE49-F238E27FC236}">
                <a16:creationId xmlns:a16="http://schemas.microsoft.com/office/drawing/2014/main" id="{A9B15B24-11F1-27FA-00C5-16C13E33488A}"/>
              </a:ext>
            </a:extLst>
          </p:cNvPr>
          <p:cNvSpPr>
            <a:spLocks noGrp="1"/>
          </p:cNvSpPr>
          <p:nvPr>
            <p:ph type="title"/>
          </p:nvPr>
        </p:nvSpPr>
        <p:spPr/>
        <p:txBody>
          <a:bodyPr/>
          <a:lstStyle/>
          <a:p>
            <a:r>
              <a:rPr kumimoji="1" lang="ja-JP" altLang="en-US" dirty="0"/>
              <a:t>困難と克服</a:t>
            </a:r>
          </a:p>
        </p:txBody>
      </p:sp>
      <p:sp>
        <p:nvSpPr>
          <p:cNvPr id="3" name="コンテンツ プレースホルダー 2">
            <a:extLst>
              <a:ext uri="{FF2B5EF4-FFF2-40B4-BE49-F238E27FC236}">
                <a16:creationId xmlns:a16="http://schemas.microsoft.com/office/drawing/2014/main" id="{15D60F62-6EE9-768B-4CEB-2C1FB90A0B9D}"/>
              </a:ext>
            </a:extLst>
          </p:cNvPr>
          <p:cNvSpPr>
            <a:spLocks noGrp="1"/>
          </p:cNvSpPr>
          <p:nvPr>
            <p:ph idx="1"/>
          </p:nvPr>
        </p:nvSpPr>
        <p:spPr>
          <a:xfrm>
            <a:off x="838200" y="1173510"/>
            <a:ext cx="10515600" cy="2813699"/>
          </a:xfrm>
        </p:spPr>
        <p:txBody>
          <a:bodyPr/>
          <a:lstStyle/>
          <a:p>
            <a:pPr>
              <a:lnSpc>
                <a:spcPct val="100000"/>
              </a:lnSpc>
              <a:spcBef>
                <a:spcPts val="600"/>
              </a:spcBef>
              <a:buFont typeface="Wingdings" panose="05000000000000000000" pitchFamily="2" charset="2"/>
              <a:buChar char="n"/>
            </a:pPr>
            <a:r>
              <a:rPr lang="ja-JP" altLang="en-US" dirty="0"/>
              <a:t>解決できた課題</a:t>
            </a:r>
            <a:endParaRPr lang="en-US" altLang="ja-JP" dirty="0"/>
          </a:p>
          <a:p>
            <a:pPr lvl="1">
              <a:lnSpc>
                <a:spcPct val="100000"/>
              </a:lnSpc>
              <a:spcBef>
                <a:spcPts val="600"/>
              </a:spcBef>
            </a:pPr>
            <a:r>
              <a:rPr lang="en-US" altLang="ja-JP" dirty="0"/>
              <a:t>DI</a:t>
            </a:r>
            <a:r>
              <a:rPr lang="ja-JP" altLang="en-US" dirty="0"/>
              <a:t>コンテナの仕組み</a:t>
            </a:r>
            <a:endParaRPr lang="en-US" altLang="ja-JP" dirty="0"/>
          </a:p>
          <a:p>
            <a:pPr marL="457200" lvl="1" indent="0">
              <a:lnSpc>
                <a:spcPct val="100000"/>
              </a:lnSpc>
              <a:spcBef>
                <a:spcPts val="600"/>
              </a:spcBef>
              <a:buNone/>
            </a:pPr>
            <a:endParaRPr lang="en-US" altLang="ja-JP" dirty="0"/>
          </a:p>
        </p:txBody>
      </p:sp>
      <p:sp>
        <p:nvSpPr>
          <p:cNvPr id="4" name="スライド番号プレースホルダー 3">
            <a:extLst>
              <a:ext uri="{FF2B5EF4-FFF2-40B4-BE49-F238E27FC236}">
                <a16:creationId xmlns:a16="http://schemas.microsoft.com/office/drawing/2014/main" id="{4BE622B2-A414-E8F8-1F44-71432924548F}"/>
              </a:ext>
            </a:extLst>
          </p:cNvPr>
          <p:cNvSpPr>
            <a:spLocks noGrp="1"/>
          </p:cNvSpPr>
          <p:nvPr>
            <p:ph type="sldNum" sz="quarter" idx="12"/>
          </p:nvPr>
        </p:nvSpPr>
        <p:spPr/>
        <p:txBody>
          <a:bodyPr/>
          <a:lstStyle/>
          <a:p>
            <a:fld id="{00D2F285-7DC3-4F9C-8E53-6893EECBFE42}" type="slidenum">
              <a:rPr kumimoji="1" lang="ja-JP" altLang="en-US" smtClean="0"/>
              <a:t>7</a:t>
            </a:fld>
            <a:endParaRPr kumimoji="1" lang="ja-JP" altLang="en-US"/>
          </a:p>
        </p:txBody>
      </p:sp>
      <p:sp>
        <p:nvSpPr>
          <p:cNvPr id="5" name="テキスト ボックス 4">
            <a:extLst>
              <a:ext uri="{FF2B5EF4-FFF2-40B4-BE49-F238E27FC236}">
                <a16:creationId xmlns:a16="http://schemas.microsoft.com/office/drawing/2014/main" id="{2D69A0A7-D2E9-62B8-2616-6EEAF3E7FD2E}"/>
              </a:ext>
            </a:extLst>
          </p:cNvPr>
          <p:cNvSpPr txBox="1"/>
          <p:nvPr/>
        </p:nvSpPr>
        <p:spPr>
          <a:xfrm>
            <a:off x="2222648" y="2416825"/>
            <a:ext cx="8451999" cy="707886"/>
          </a:xfrm>
          <a:prstGeom prst="rect">
            <a:avLst/>
          </a:prstGeom>
          <a:noFill/>
        </p:spPr>
        <p:txBody>
          <a:bodyPr wrap="square" rtlCol="0">
            <a:spAutoFit/>
          </a:bodyPr>
          <a:lstStyle/>
          <a:p>
            <a:pPr algn="ctr"/>
            <a:r>
              <a:rPr lang="ja-JP" altLang="en-US" sz="2000" dirty="0"/>
              <a:t>インタフェースを実装するタイミングで機械的に</a:t>
            </a:r>
            <a:r>
              <a:rPr lang="en-US" altLang="ja-JP" sz="2000" dirty="0"/>
              <a:t>DI</a:t>
            </a:r>
            <a:r>
              <a:rPr lang="ja-JP" altLang="en-US" sz="2000" dirty="0"/>
              <a:t>コンテナを編集した</a:t>
            </a:r>
            <a:endParaRPr lang="en-US" altLang="ja-JP" sz="2000" dirty="0"/>
          </a:p>
          <a:p>
            <a:pPr algn="ctr"/>
            <a:r>
              <a:rPr lang="ja-JP" altLang="en-US" sz="2000" dirty="0"/>
              <a:t>仕組みや利点を理解出来ていなかった</a:t>
            </a:r>
            <a:endParaRPr lang="en-US" altLang="ja-JP" sz="2000" dirty="0"/>
          </a:p>
        </p:txBody>
      </p:sp>
      <p:sp>
        <p:nvSpPr>
          <p:cNvPr id="6" name="テキスト ボックス 5">
            <a:extLst>
              <a:ext uri="{FF2B5EF4-FFF2-40B4-BE49-F238E27FC236}">
                <a16:creationId xmlns:a16="http://schemas.microsoft.com/office/drawing/2014/main" id="{94E3BEFD-28B5-0AA0-282D-E9BB04834E43}"/>
              </a:ext>
            </a:extLst>
          </p:cNvPr>
          <p:cNvSpPr txBox="1"/>
          <p:nvPr/>
        </p:nvSpPr>
        <p:spPr>
          <a:xfrm>
            <a:off x="2331188" y="3787878"/>
            <a:ext cx="8234918" cy="707886"/>
          </a:xfrm>
          <a:prstGeom prst="rect">
            <a:avLst/>
          </a:prstGeom>
          <a:noFill/>
        </p:spPr>
        <p:txBody>
          <a:bodyPr wrap="square" rtlCol="0">
            <a:spAutoFit/>
          </a:bodyPr>
          <a:lstStyle/>
          <a:p>
            <a:pPr algn="ctr"/>
            <a:r>
              <a:rPr lang="ja-JP" altLang="en-US" sz="2000" dirty="0"/>
              <a:t>クラス名を認識してコンストラクタの引数に注入している</a:t>
            </a:r>
            <a:endParaRPr lang="en-US" altLang="ja-JP" sz="2000" dirty="0"/>
          </a:p>
          <a:p>
            <a:pPr algn="ctr"/>
            <a:r>
              <a:rPr lang="ja-JP" altLang="en-US" sz="2000" dirty="0"/>
              <a:t>テスト時のモックの差し替えが容易になる</a:t>
            </a:r>
            <a:endParaRPr lang="en-US" altLang="ja-JP" sz="2000" dirty="0"/>
          </a:p>
        </p:txBody>
      </p:sp>
      <p:sp>
        <p:nvSpPr>
          <p:cNvPr id="7" name="二等辺三角形 6">
            <a:extLst>
              <a:ext uri="{FF2B5EF4-FFF2-40B4-BE49-F238E27FC236}">
                <a16:creationId xmlns:a16="http://schemas.microsoft.com/office/drawing/2014/main" id="{B2A36983-9F3A-1E22-ECD5-F959B412A559}"/>
              </a:ext>
            </a:extLst>
          </p:cNvPr>
          <p:cNvSpPr/>
          <p:nvPr/>
        </p:nvSpPr>
        <p:spPr>
          <a:xfrm rot="10800000">
            <a:off x="6261037" y="3352893"/>
            <a:ext cx="375221" cy="184551"/>
          </a:xfrm>
          <a:prstGeom prst="triangle">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コンテンツ プレースホルダー 2">
            <a:extLst>
              <a:ext uri="{FF2B5EF4-FFF2-40B4-BE49-F238E27FC236}">
                <a16:creationId xmlns:a16="http://schemas.microsoft.com/office/drawing/2014/main" id="{EE35878B-E460-9B54-3ECF-14224127D817}"/>
              </a:ext>
            </a:extLst>
          </p:cNvPr>
          <p:cNvSpPr txBox="1">
            <a:spLocks/>
          </p:cNvSpPr>
          <p:nvPr/>
        </p:nvSpPr>
        <p:spPr>
          <a:xfrm>
            <a:off x="838200" y="5023062"/>
            <a:ext cx="10515600" cy="11821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600"/>
              </a:spcBef>
              <a:buFont typeface="Wingdings" panose="05000000000000000000" pitchFamily="2" charset="2"/>
              <a:buChar char="n"/>
            </a:pPr>
            <a:r>
              <a:rPr lang="ja-JP" altLang="en-US" dirty="0"/>
              <a:t>解決できなかった課題</a:t>
            </a:r>
            <a:endParaRPr lang="en-US" altLang="ja-JP" dirty="0"/>
          </a:p>
          <a:p>
            <a:pPr lvl="1">
              <a:lnSpc>
                <a:spcPct val="100000"/>
              </a:lnSpc>
              <a:spcBef>
                <a:spcPts val="600"/>
              </a:spcBef>
            </a:pPr>
            <a:r>
              <a:rPr lang="en-US" altLang="ja-JP" dirty="0" err="1"/>
              <a:t>FluentAPI</a:t>
            </a:r>
            <a:r>
              <a:rPr lang="ja-JP" altLang="en-US" dirty="0"/>
              <a:t>を意図した設定にできず、エラーの原因となってしまった</a:t>
            </a:r>
            <a:endParaRPr lang="en-US" altLang="ja-JP" dirty="0"/>
          </a:p>
          <a:p>
            <a:pPr lvl="1">
              <a:lnSpc>
                <a:spcPct val="100000"/>
              </a:lnSpc>
              <a:spcBef>
                <a:spcPts val="600"/>
              </a:spcBef>
            </a:pPr>
            <a:endParaRPr lang="en-US" altLang="ja-JP" dirty="0"/>
          </a:p>
          <a:p>
            <a:pPr lvl="1">
              <a:lnSpc>
                <a:spcPct val="100000"/>
              </a:lnSpc>
              <a:spcBef>
                <a:spcPts val="600"/>
              </a:spcBef>
            </a:pPr>
            <a:endParaRPr lang="en-US" altLang="ja-JP" dirty="0"/>
          </a:p>
          <a:p>
            <a:pPr marL="457200" lvl="1" indent="0">
              <a:lnSpc>
                <a:spcPct val="100000"/>
              </a:lnSpc>
              <a:spcBef>
                <a:spcPts val="600"/>
              </a:spcBef>
              <a:buFont typeface="Arial" panose="020B0604020202020204" pitchFamily="34" charset="0"/>
              <a:buNone/>
            </a:pPr>
            <a:endParaRPr lang="en-US" altLang="ja-JP" dirty="0"/>
          </a:p>
        </p:txBody>
      </p:sp>
    </p:spTree>
    <p:extLst>
      <p:ext uri="{BB962C8B-B14F-4D97-AF65-F5344CB8AC3E}">
        <p14:creationId xmlns:p14="http://schemas.microsoft.com/office/powerpoint/2010/main" val="3770068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181563DB-52FF-A809-AE08-F3A4FBBDE6D9}"/>
              </a:ext>
            </a:extLst>
          </p:cNvPr>
          <p:cNvCxnSpPr>
            <a:cxnSpLocks/>
          </p:cNvCxnSpPr>
          <p:nvPr/>
        </p:nvCxnSpPr>
        <p:spPr>
          <a:xfrm>
            <a:off x="1837659" y="2257185"/>
            <a:ext cx="8516680" cy="0"/>
          </a:xfrm>
          <a:prstGeom prst="line">
            <a:avLst/>
          </a:prstGeom>
          <a:ln w="38100">
            <a:solidFill>
              <a:schemeClr val="accent4"/>
            </a:solidFill>
          </a:ln>
        </p:spPr>
        <p:style>
          <a:lnRef idx="2">
            <a:schemeClr val="accent1"/>
          </a:lnRef>
          <a:fillRef idx="0">
            <a:schemeClr val="accent1"/>
          </a:fillRef>
          <a:effectRef idx="1">
            <a:schemeClr val="accent1"/>
          </a:effectRef>
          <a:fontRef idx="minor">
            <a:schemeClr val="tx1"/>
          </a:fontRef>
        </p:style>
      </p:cxnSp>
      <p:sp>
        <p:nvSpPr>
          <p:cNvPr id="2" name="タイトル 1">
            <a:extLst>
              <a:ext uri="{FF2B5EF4-FFF2-40B4-BE49-F238E27FC236}">
                <a16:creationId xmlns:a16="http://schemas.microsoft.com/office/drawing/2014/main" id="{45862997-2EED-7874-C8A1-CC290688AA87}"/>
              </a:ext>
            </a:extLst>
          </p:cNvPr>
          <p:cNvSpPr>
            <a:spLocks noGrp="1"/>
          </p:cNvSpPr>
          <p:nvPr>
            <p:ph type="title"/>
          </p:nvPr>
        </p:nvSpPr>
        <p:spPr/>
        <p:txBody>
          <a:bodyPr/>
          <a:lstStyle/>
          <a:p>
            <a:r>
              <a:rPr kumimoji="1" lang="en-US" altLang="ja-JP" dirty="0"/>
              <a:t>6</a:t>
            </a:r>
            <a:r>
              <a:rPr kumimoji="1" lang="ja-JP" altLang="en-US" dirty="0"/>
              <a:t>月のまとめ・</a:t>
            </a:r>
            <a:r>
              <a:rPr kumimoji="1" lang="en-US" altLang="ja-JP" dirty="0"/>
              <a:t>7</a:t>
            </a:r>
            <a:r>
              <a:rPr kumimoji="1" lang="ja-JP" altLang="en-US" dirty="0"/>
              <a:t>月の目標</a:t>
            </a:r>
          </a:p>
        </p:txBody>
      </p:sp>
      <p:sp>
        <p:nvSpPr>
          <p:cNvPr id="3" name="コンテンツ プレースホルダー 2">
            <a:extLst>
              <a:ext uri="{FF2B5EF4-FFF2-40B4-BE49-F238E27FC236}">
                <a16:creationId xmlns:a16="http://schemas.microsoft.com/office/drawing/2014/main" id="{648765AC-B8C2-8425-B360-1CF21A0E8596}"/>
              </a:ext>
            </a:extLst>
          </p:cNvPr>
          <p:cNvSpPr>
            <a:spLocks noGrp="1"/>
          </p:cNvSpPr>
          <p:nvPr>
            <p:ph idx="1"/>
          </p:nvPr>
        </p:nvSpPr>
        <p:spPr>
          <a:xfrm>
            <a:off x="838200" y="1162878"/>
            <a:ext cx="10515600" cy="5558597"/>
          </a:xfrm>
        </p:spPr>
        <p:txBody>
          <a:bodyPr>
            <a:normAutofit fontScale="92500" lnSpcReduction="20000"/>
          </a:bodyPr>
          <a:lstStyle/>
          <a:p>
            <a:pPr>
              <a:spcBef>
                <a:spcPts val="600"/>
              </a:spcBef>
              <a:buFont typeface="Wingdings" panose="05000000000000000000" pitchFamily="2" charset="2"/>
              <a:buChar char="n"/>
            </a:pPr>
            <a:r>
              <a:rPr kumimoji="1" lang="ja-JP" altLang="en-US" dirty="0"/>
              <a:t>６月の目標の達成度</a:t>
            </a:r>
            <a:endParaRPr kumimoji="1" lang="en-US" altLang="ja-JP" dirty="0"/>
          </a:p>
          <a:p>
            <a:pPr marL="914400" lvl="1" indent="-457200">
              <a:spcBef>
                <a:spcPts val="600"/>
              </a:spcBef>
              <a:buFont typeface="+mj-ea"/>
              <a:buAutoNum type="circleNumDbPlain"/>
            </a:pPr>
            <a:r>
              <a:rPr lang="en-US" altLang="ja-JP" dirty="0"/>
              <a:t>DDD</a:t>
            </a:r>
            <a:r>
              <a:rPr lang="ja-JP" altLang="en-US" dirty="0"/>
              <a:t>の理解</a:t>
            </a:r>
            <a:endParaRPr lang="en-US" altLang="ja-JP" dirty="0"/>
          </a:p>
          <a:p>
            <a:pPr marL="914400" lvl="1" indent="-457200">
              <a:spcBef>
                <a:spcPts val="600"/>
              </a:spcBef>
              <a:buFont typeface="+mj-ea"/>
              <a:buAutoNum type="circleNumDbPlain"/>
            </a:pPr>
            <a:endParaRPr lang="en-US" altLang="ja-JP" dirty="0"/>
          </a:p>
          <a:p>
            <a:pPr marL="914400" lvl="1" indent="-457200">
              <a:spcBef>
                <a:spcPts val="600"/>
              </a:spcBef>
              <a:buFont typeface="+mj-ea"/>
              <a:buAutoNum type="circleNumDbPlain"/>
            </a:pPr>
            <a:endParaRPr lang="en-US" altLang="ja-JP" dirty="0"/>
          </a:p>
          <a:p>
            <a:pPr marL="914400" lvl="1" indent="-457200">
              <a:spcBef>
                <a:spcPts val="600"/>
              </a:spcBef>
              <a:buFont typeface="+mj-ea"/>
              <a:buAutoNum type="circleNumDbPlain"/>
            </a:pPr>
            <a:endParaRPr lang="en-US" altLang="ja-JP" dirty="0"/>
          </a:p>
          <a:p>
            <a:pPr marL="914400" lvl="1" indent="-457200">
              <a:spcBef>
                <a:spcPts val="600"/>
              </a:spcBef>
              <a:buFont typeface="+mj-ea"/>
              <a:buAutoNum type="circleNumDbPlain"/>
            </a:pPr>
            <a:r>
              <a:rPr lang="ja-JP" altLang="en-US" dirty="0"/>
              <a:t>ツールの体験</a:t>
            </a:r>
            <a:endParaRPr lang="en-US" altLang="ja-JP" dirty="0"/>
          </a:p>
          <a:p>
            <a:pPr marL="914400" lvl="1" indent="-457200">
              <a:spcBef>
                <a:spcPts val="600"/>
              </a:spcBef>
              <a:buFont typeface="+mj-ea"/>
              <a:buAutoNum type="circleNumDbPlain"/>
            </a:pPr>
            <a:endParaRPr lang="en-US" altLang="ja-JP" dirty="0"/>
          </a:p>
          <a:p>
            <a:pPr marL="914400" lvl="1" indent="-457200">
              <a:spcBef>
                <a:spcPts val="600"/>
              </a:spcBef>
              <a:buFont typeface="+mj-ea"/>
              <a:buAutoNum type="circleNumDbPlain"/>
            </a:pPr>
            <a:endParaRPr lang="en-US" altLang="ja-JP" dirty="0"/>
          </a:p>
          <a:p>
            <a:pPr>
              <a:spcBef>
                <a:spcPts val="600"/>
              </a:spcBef>
              <a:buFont typeface="Wingdings" panose="05000000000000000000" pitchFamily="2" charset="2"/>
              <a:buChar char="n"/>
            </a:pPr>
            <a:endParaRPr lang="en-US" altLang="ja-JP" dirty="0"/>
          </a:p>
          <a:p>
            <a:pPr>
              <a:spcBef>
                <a:spcPts val="600"/>
              </a:spcBef>
              <a:buFont typeface="Wingdings" panose="05000000000000000000" pitchFamily="2" charset="2"/>
              <a:buChar char="n"/>
            </a:pPr>
            <a:r>
              <a:rPr lang="ja-JP" altLang="en-US" dirty="0"/>
              <a:t>７月の目標</a:t>
            </a:r>
            <a:endParaRPr lang="en-US" altLang="ja-JP" dirty="0"/>
          </a:p>
          <a:p>
            <a:pPr lvl="1">
              <a:lnSpc>
                <a:spcPct val="160000"/>
              </a:lnSpc>
              <a:spcBef>
                <a:spcPts val="600"/>
              </a:spcBef>
            </a:pPr>
            <a:r>
              <a:rPr lang="ja-JP" altLang="en-US" dirty="0"/>
              <a:t>経験したことがない量の要件から</a:t>
            </a:r>
            <a:r>
              <a:rPr lang="ja-JP" altLang="en-US" sz="2600" dirty="0">
                <a:solidFill>
                  <a:srgbClr val="C00000"/>
                </a:solidFill>
              </a:rPr>
              <a:t>詳細設計するために情報を整理</a:t>
            </a:r>
            <a:r>
              <a:rPr lang="ja-JP" altLang="en-US" dirty="0"/>
              <a:t>するプロセスを経験する</a:t>
            </a:r>
            <a:endParaRPr lang="en-US" altLang="ja-JP" dirty="0"/>
          </a:p>
          <a:p>
            <a:pPr lvl="1">
              <a:lnSpc>
                <a:spcPct val="160000"/>
              </a:lnSpc>
              <a:spcBef>
                <a:spcPts val="600"/>
              </a:spcBef>
            </a:pPr>
            <a:r>
              <a:rPr lang="ja-JP" altLang="en-US" dirty="0"/>
              <a:t>各種ツールを繰り返し使用することで、</a:t>
            </a:r>
            <a:r>
              <a:rPr lang="ja-JP" altLang="en-US" sz="2600" dirty="0">
                <a:solidFill>
                  <a:srgbClr val="C00000"/>
                </a:solidFill>
              </a:rPr>
              <a:t>知識からスキルに</a:t>
            </a:r>
            <a:r>
              <a:rPr lang="ja-JP" altLang="en-US" dirty="0"/>
              <a:t>昇華させる</a:t>
            </a:r>
            <a:endParaRPr lang="en-US" altLang="ja-JP" dirty="0"/>
          </a:p>
          <a:p>
            <a:pPr lvl="1">
              <a:lnSpc>
                <a:spcPct val="160000"/>
              </a:lnSpc>
              <a:spcBef>
                <a:spcPts val="600"/>
              </a:spcBef>
            </a:pPr>
            <a:r>
              <a:rPr lang="en-US" altLang="ja-JP" sz="2600" b="1" dirty="0">
                <a:solidFill>
                  <a:srgbClr val="C00000"/>
                </a:solidFill>
              </a:rPr>
              <a:t>DDD</a:t>
            </a:r>
            <a:r>
              <a:rPr lang="ja-JP" altLang="en-US" dirty="0"/>
              <a:t>に基づき、責務が適切に整理されたアプリケーションを開発する</a:t>
            </a:r>
            <a:endParaRPr lang="en-US" altLang="ja-JP" dirty="0"/>
          </a:p>
        </p:txBody>
      </p:sp>
      <p:sp>
        <p:nvSpPr>
          <p:cNvPr id="4" name="スライド番号プレースホルダー 3">
            <a:extLst>
              <a:ext uri="{FF2B5EF4-FFF2-40B4-BE49-F238E27FC236}">
                <a16:creationId xmlns:a16="http://schemas.microsoft.com/office/drawing/2014/main" id="{23781C94-FC2F-E4C8-31C5-CED2CEDDF639}"/>
              </a:ext>
            </a:extLst>
          </p:cNvPr>
          <p:cNvSpPr>
            <a:spLocks noGrp="1"/>
          </p:cNvSpPr>
          <p:nvPr>
            <p:ph type="sldNum" sz="quarter" idx="12"/>
          </p:nvPr>
        </p:nvSpPr>
        <p:spPr/>
        <p:txBody>
          <a:bodyPr/>
          <a:lstStyle/>
          <a:p>
            <a:fld id="{00D2F285-7DC3-4F9C-8E53-6893EECBFE42}" type="slidenum">
              <a:rPr kumimoji="1" lang="ja-JP" altLang="en-US" smtClean="0"/>
              <a:t>8</a:t>
            </a:fld>
            <a:endParaRPr kumimoji="1" lang="ja-JP" altLang="en-US"/>
          </a:p>
        </p:txBody>
      </p:sp>
      <p:sp>
        <p:nvSpPr>
          <p:cNvPr id="6" name="テキスト ボックス 5">
            <a:extLst>
              <a:ext uri="{FF2B5EF4-FFF2-40B4-BE49-F238E27FC236}">
                <a16:creationId xmlns:a16="http://schemas.microsoft.com/office/drawing/2014/main" id="{480D67A5-4793-B0E9-2ECD-61F39F85EB4E}"/>
              </a:ext>
            </a:extLst>
          </p:cNvPr>
          <p:cNvSpPr txBox="1"/>
          <p:nvPr/>
        </p:nvSpPr>
        <p:spPr>
          <a:xfrm>
            <a:off x="2319227" y="1906311"/>
            <a:ext cx="7553547" cy="461665"/>
          </a:xfrm>
          <a:prstGeom prst="rect">
            <a:avLst/>
          </a:prstGeom>
          <a:noFill/>
        </p:spPr>
        <p:txBody>
          <a:bodyPr wrap="square" rtlCol="0">
            <a:spAutoFit/>
          </a:bodyPr>
          <a:lstStyle/>
          <a:p>
            <a:pPr algn="ctr"/>
            <a:r>
              <a:rPr lang="ja-JP" altLang="en-US" sz="2400" dirty="0"/>
              <a:t>責務を整理することの利点とそのための手法を学べた</a:t>
            </a:r>
            <a:endParaRPr kumimoji="1" lang="ja-JP" altLang="en-US" sz="2400" dirty="0"/>
          </a:p>
        </p:txBody>
      </p:sp>
      <p:cxnSp>
        <p:nvCxnSpPr>
          <p:cNvPr id="9" name="直線コネクタ 8">
            <a:extLst>
              <a:ext uri="{FF2B5EF4-FFF2-40B4-BE49-F238E27FC236}">
                <a16:creationId xmlns:a16="http://schemas.microsoft.com/office/drawing/2014/main" id="{BC0FE3CB-FEAF-B82D-B32A-35BC3D63F56F}"/>
              </a:ext>
            </a:extLst>
          </p:cNvPr>
          <p:cNvCxnSpPr>
            <a:cxnSpLocks/>
          </p:cNvCxnSpPr>
          <p:nvPr/>
        </p:nvCxnSpPr>
        <p:spPr>
          <a:xfrm>
            <a:off x="1734325" y="3462282"/>
            <a:ext cx="9198089" cy="0"/>
          </a:xfrm>
          <a:prstGeom prst="line">
            <a:avLst/>
          </a:prstGeom>
          <a:ln w="38100">
            <a:solidFill>
              <a:schemeClr val="accent4"/>
            </a:solidFill>
          </a:ln>
        </p:spPr>
        <p:style>
          <a:lnRef idx="2">
            <a:schemeClr val="accent1"/>
          </a:lnRef>
          <a:fillRef idx="0">
            <a:schemeClr val="accent1"/>
          </a:fillRef>
          <a:effectRef idx="1">
            <a:schemeClr val="accent1"/>
          </a:effectRef>
          <a:fontRef idx="minor">
            <a:schemeClr val="tx1"/>
          </a:fontRef>
        </p:style>
      </p:cxnSp>
      <p:sp>
        <p:nvSpPr>
          <p:cNvPr id="10" name="テキスト ボックス 9">
            <a:extLst>
              <a:ext uri="{FF2B5EF4-FFF2-40B4-BE49-F238E27FC236}">
                <a16:creationId xmlns:a16="http://schemas.microsoft.com/office/drawing/2014/main" id="{79534B00-A56D-2A44-C7EF-51F809FDDF32}"/>
              </a:ext>
            </a:extLst>
          </p:cNvPr>
          <p:cNvSpPr txBox="1"/>
          <p:nvPr/>
        </p:nvSpPr>
        <p:spPr>
          <a:xfrm>
            <a:off x="1868359" y="3111408"/>
            <a:ext cx="8930021" cy="461665"/>
          </a:xfrm>
          <a:prstGeom prst="rect">
            <a:avLst/>
          </a:prstGeom>
          <a:noFill/>
        </p:spPr>
        <p:txBody>
          <a:bodyPr wrap="square" rtlCol="0">
            <a:spAutoFit/>
          </a:bodyPr>
          <a:lstStyle/>
          <a:p>
            <a:pPr algn="ctr"/>
            <a:r>
              <a:rPr kumimoji="1" lang="ja-JP" altLang="en-US" sz="2400" dirty="0"/>
              <a:t>各ツールの利点と使用方法を学び、躓きやすい点を整理できた</a:t>
            </a:r>
          </a:p>
        </p:txBody>
      </p:sp>
    </p:spTree>
    <p:extLst>
      <p:ext uri="{BB962C8B-B14F-4D97-AF65-F5344CB8AC3E}">
        <p14:creationId xmlns:p14="http://schemas.microsoft.com/office/powerpoint/2010/main" val="3746756565"/>
      </p:ext>
    </p:extLst>
  </p:cSld>
  <p:clrMapOvr>
    <a:masterClrMapping/>
  </p:clrMapOvr>
</p:sld>
</file>

<file path=ppt/theme/theme1.xml><?xml version="1.0" encoding="utf-8"?>
<a:theme xmlns:a="http://schemas.openxmlformats.org/drawingml/2006/main" name="Office テーマ">
  <a:themeElements>
    <a:clrScheme name="スリップストリーム">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780</TotalTime>
  <Words>492</Words>
  <Application>Microsoft Office PowerPoint</Application>
  <PresentationFormat>ワイド画面</PresentationFormat>
  <Paragraphs>102</Paragraphs>
  <Slides>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游ゴシック</vt:lpstr>
      <vt:lpstr>Arial</vt:lpstr>
      <vt:lpstr>Gill Sans MT</vt:lpstr>
      <vt:lpstr>Wingdings</vt:lpstr>
      <vt:lpstr>Office テーマ</vt:lpstr>
      <vt:lpstr>6月研修報告</vt:lpstr>
      <vt:lpstr>今月の研修内容</vt:lpstr>
      <vt:lpstr>開発演習の成果</vt:lpstr>
      <vt:lpstr>印象に残った学び①</vt:lpstr>
      <vt:lpstr>印象に残った学び②</vt:lpstr>
      <vt:lpstr>5月からの変化</vt:lpstr>
      <vt:lpstr>困難と克服</vt:lpstr>
      <vt:lpstr>6月のまとめ・7月の目標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opnewemp016</dc:creator>
  <cp:lastModifiedBy>opnewemp016</cp:lastModifiedBy>
  <cp:revision>110</cp:revision>
  <dcterms:created xsi:type="dcterms:W3CDTF">2026-05-19T07:47:15Z</dcterms:created>
  <dcterms:modified xsi:type="dcterms:W3CDTF">2026-06-29T08:14:10Z</dcterms:modified>
</cp:coreProperties>
</file>